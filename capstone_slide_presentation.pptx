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C4DD80-DCF1-4DA4-8C5B-82232F368141}" v="28" dt="2026-03-29T09:30:37.5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tty, Numika Ulhas" userId="205a35b5-9f00-4be2-8410-85b74302a747" providerId="ADAL" clId="{F1EA046D-DBF3-4455-B69A-A709A68675BB}"/>
    <pc:docChg chg="custSel mod modSld">
      <pc:chgData name="Shetty, Numika Ulhas" userId="205a35b5-9f00-4be2-8410-85b74302a747" providerId="ADAL" clId="{F1EA046D-DBF3-4455-B69A-A709A68675BB}" dt="2026-03-29T09:30:53.444" v="33" actId="14100"/>
      <pc:docMkLst>
        <pc:docMk/>
      </pc:docMkLst>
      <pc:sldChg chg="modSp">
        <pc:chgData name="Shetty, Numika Ulhas" userId="205a35b5-9f00-4be2-8410-85b74302a747" providerId="ADAL" clId="{F1EA046D-DBF3-4455-B69A-A709A68675BB}" dt="2026-03-29T08:46:23.343" v="27" actId="20577"/>
        <pc:sldMkLst>
          <pc:docMk/>
          <pc:sldMk cId="0" sldId="258"/>
        </pc:sldMkLst>
        <pc:graphicFrameChg chg="mod">
          <ac:chgData name="Shetty, Numika Ulhas" userId="205a35b5-9f00-4be2-8410-85b74302a747" providerId="ADAL" clId="{F1EA046D-DBF3-4455-B69A-A709A68675BB}" dt="2026-03-29T08:46:23.343" v="27" actId="20577"/>
          <ac:graphicFrameMkLst>
            <pc:docMk/>
            <pc:sldMk cId="0" sldId="258"/>
            <ac:graphicFrameMk id="4" creationId="{BECC8462-7B4C-9E84-F891-FFA16945E76E}"/>
          </ac:graphicFrameMkLst>
        </pc:graphicFrameChg>
      </pc:sldChg>
      <pc:sldChg chg="addSp delSp modSp mod">
        <pc:chgData name="Shetty, Numika Ulhas" userId="205a35b5-9f00-4be2-8410-85b74302a747" providerId="ADAL" clId="{F1EA046D-DBF3-4455-B69A-A709A68675BB}" dt="2026-03-29T09:30:53.444" v="33" actId="14100"/>
        <pc:sldMkLst>
          <pc:docMk/>
          <pc:sldMk cId="0" sldId="264"/>
        </pc:sldMkLst>
        <pc:picChg chg="add mod">
          <ac:chgData name="Shetty, Numika Ulhas" userId="205a35b5-9f00-4be2-8410-85b74302a747" providerId="ADAL" clId="{F1EA046D-DBF3-4455-B69A-A709A68675BB}" dt="2026-03-29T09:30:53.444" v="33" actId="14100"/>
          <ac:picMkLst>
            <pc:docMk/>
            <pc:sldMk cId="0" sldId="264"/>
            <ac:picMk id="3" creationId="{7459F9D8-A5A0-BEC9-40F3-D9A2A589BDC4}"/>
          </ac:picMkLst>
        </pc:picChg>
        <pc:picChg chg="del">
          <ac:chgData name="Shetty, Numika Ulhas" userId="205a35b5-9f00-4be2-8410-85b74302a747" providerId="ADAL" clId="{F1EA046D-DBF3-4455-B69A-A709A68675BB}" dt="2026-03-29T09:30:40.944" v="29" actId="478"/>
          <ac:picMkLst>
            <pc:docMk/>
            <pc:sldMk cId="0" sldId="264"/>
            <ac:picMk id="7" creationId="{058805B3-9BBF-E181-97A7-EE6A3A73A94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CFC26D-32DF-433A-8447-636AA8B88FC9}" type="doc">
      <dgm:prSet loTypeId="urn:microsoft.com/office/officeart/2005/8/layout/vList5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6DF6A75E-8B36-4595-99A3-F9F3739891D5}">
      <dgm:prSet/>
      <dgm:spPr/>
      <dgm:t>
        <a:bodyPr/>
        <a:lstStyle/>
        <a:p>
          <a:r>
            <a:rPr lang="en-IN" b="1" dirty="0"/>
            <a:t>Background &amp; Context</a:t>
          </a:r>
          <a:endParaRPr lang="en-IN" dirty="0"/>
        </a:p>
      </dgm:t>
    </dgm:pt>
    <dgm:pt modelId="{6EF8202F-C68C-4C1E-B6BD-461BFA55ACD4}" type="parTrans" cxnId="{2AFE93AA-95D5-4E52-A016-ED7B5F88236F}">
      <dgm:prSet/>
      <dgm:spPr/>
      <dgm:t>
        <a:bodyPr/>
        <a:lstStyle/>
        <a:p>
          <a:endParaRPr lang="en-IN"/>
        </a:p>
      </dgm:t>
    </dgm:pt>
    <dgm:pt modelId="{AEF1DEAF-6351-4B35-846A-1BD76AB4E5BC}" type="sibTrans" cxnId="{2AFE93AA-95D5-4E52-A016-ED7B5F88236F}">
      <dgm:prSet/>
      <dgm:spPr/>
      <dgm:t>
        <a:bodyPr/>
        <a:lstStyle/>
        <a:p>
          <a:endParaRPr lang="en-IN"/>
        </a:p>
      </dgm:t>
    </dgm:pt>
    <dgm:pt modelId="{C96C51FC-50AC-457B-862E-C18D50C10CE0}">
      <dgm:prSet/>
      <dgm:spPr/>
      <dgm:t>
        <a:bodyPr/>
        <a:lstStyle/>
        <a:p>
          <a:r>
            <a:rPr lang="en-US"/>
            <a:t>Used by teachers and academic support teams </a:t>
          </a:r>
          <a:endParaRPr lang="en-IN"/>
        </a:p>
      </dgm:t>
    </dgm:pt>
    <dgm:pt modelId="{5E86B7A8-0ECE-48B1-8BF7-82C3096F6EAF}" type="parTrans" cxnId="{61814931-6D24-4E05-9BFC-CD282B430F7A}">
      <dgm:prSet/>
      <dgm:spPr/>
      <dgm:t>
        <a:bodyPr/>
        <a:lstStyle/>
        <a:p>
          <a:endParaRPr lang="en-IN"/>
        </a:p>
      </dgm:t>
    </dgm:pt>
    <dgm:pt modelId="{AA110503-8EE8-4318-BA78-2C3F4ACBD6B0}" type="sibTrans" cxnId="{61814931-6D24-4E05-9BFC-CD282B430F7A}">
      <dgm:prSet/>
      <dgm:spPr/>
      <dgm:t>
        <a:bodyPr/>
        <a:lstStyle/>
        <a:p>
          <a:endParaRPr lang="en-IN"/>
        </a:p>
      </dgm:t>
    </dgm:pt>
    <dgm:pt modelId="{622F56CF-3A1F-4824-A750-2982E1DD0430}">
      <dgm:prSet/>
      <dgm:spPr/>
      <dgm:t>
        <a:bodyPr/>
        <a:lstStyle/>
        <a:p>
          <a:r>
            <a:rPr lang="en-US"/>
            <a:t>Helps identify </a:t>
          </a:r>
          <a:r>
            <a:rPr lang="en-US" b="1"/>
            <a:t>at-risk students early</a:t>
          </a:r>
          <a:r>
            <a:rPr lang="en-US"/>
            <a:t> and enable targeted interventions </a:t>
          </a:r>
          <a:br>
            <a:rPr lang="en-US"/>
          </a:br>
          <a:endParaRPr lang="en-IN"/>
        </a:p>
      </dgm:t>
    </dgm:pt>
    <dgm:pt modelId="{1904AE94-BD76-4644-9E44-60B0BCE3C165}" type="parTrans" cxnId="{3B691152-668F-4AE1-B09A-B6E987DA7822}">
      <dgm:prSet/>
      <dgm:spPr/>
      <dgm:t>
        <a:bodyPr/>
        <a:lstStyle/>
        <a:p>
          <a:endParaRPr lang="en-IN"/>
        </a:p>
      </dgm:t>
    </dgm:pt>
    <dgm:pt modelId="{65EBCECB-37F6-4A7C-8D49-58C6AE2E52B6}" type="sibTrans" cxnId="{3B691152-668F-4AE1-B09A-B6E987DA7822}">
      <dgm:prSet/>
      <dgm:spPr/>
      <dgm:t>
        <a:bodyPr/>
        <a:lstStyle/>
        <a:p>
          <a:endParaRPr lang="en-IN"/>
        </a:p>
      </dgm:t>
    </dgm:pt>
    <dgm:pt modelId="{94927524-CF89-4020-8E73-7980AF15EB4F}">
      <dgm:prSet/>
      <dgm:spPr/>
      <dgm:t>
        <a:bodyPr/>
        <a:lstStyle/>
        <a:p>
          <a:r>
            <a:rPr lang="en-US" b="1"/>
            <a:t>Prediction Error (Operational Impact)</a:t>
          </a:r>
          <a:endParaRPr lang="en-IN"/>
        </a:p>
      </dgm:t>
    </dgm:pt>
    <dgm:pt modelId="{80900564-8A05-469B-A907-CB1F7C8B6511}" type="parTrans" cxnId="{8D6F8ECD-6FC4-4B6D-BBBC-EF9D38A52309}">
      <dgm:prSet/>
      <dgm:spPr/>
      <dgm:t>
        <a:bodyPr/>
        <a:lstStyle/>
        <a:p>
          <a:endParaRPr lang="en-IN"/>
        </a:p>
      </dgm:t>
    </dgm:pt>
    <dgm:pt modelId="{36F55B7D-70AC-438F-83C2-6CDAA5D55DF0}" type="sibTrans" cxnId="{8D6F8ECD-6FC4-4B6D-BBBC-EF9D38A52309}">
      <dgm:prSet/>
      <dgm:spPr/>
      <dgm:t>
        <a:bodyPr/>
        <a:lstStyle/>
        <a:p>
          <a:endParaRPr lang="en-IN"/>
        </a:p>
      </dgm:t>
    </dgm:pt>
    <dgm:pt modelId="{69193286-9D3E-41B8-B75E-97EFCFAE060A}">
      <dgm:prSet/>
      <dgm:spPr/>
      <dgm:t>
        <a:bodyPr/>
        <a:lstStyle/>
        <a:p>
          <a:r>
            <a:rPr lang="en-US" b="1" dirty="0"/>
            <a:t>Overprediction:</a:t>
          </a:r>
          <a:r>
            <a:rPr lang="en-US" dirty="0"/>
            <a:t> High risk → may miss students needing support </a:t>
          </a:r>
          <a:endParaRPr lang="en-IN" dirty="0"/>
        </a:p>
      </dgm:t>
    </dgm:pt>
    <dgm:pt modelId="{9277B7F6-BDB2-4D9C-8D64-934F7E341873}" type="parTrans" cxnId="{4A87BA6B-56E1-4401-A6F0-54EB73FCFF89}">
      <dgm:prSet/>
      <dgm:spPr/>
      <dgm:t>
        <a:bodyPr/>
        <a:lstStyle/>
        <a:p>
          <a:endParaRPr lang="en-IN"/>
        </a:p>
      </dgm:t>
    </dgm:pt>
    <dgm:pt modelId="{85E271F3-58F3-4908-AA1F-7C581D2116B4}" type="sibTrans" cxnId="{4A87BA6B-56E1-4401-A6F0-54EB73FCFF89}">
      <dgm:prSet/>
      <dgm:spPr/>
      <dgm:t>
        <a:bodyPr/>
        <a:lstStyle/>
        <a:p>
          <a:endParaRPr lang="en-IN"/>
        </a:p>
      </dgm:t>
    </dgm:pt>
    <dgm:pt modelId="{193E8A39-1C47-4580-8B31-BC3A76D3EFB0}">
      <dgm:prSet/>
      <dgm:spPr/>
      <dgm:t>
        <a:bodyPr/>
        <a:lstStyle/>
        <a:p>
          <a:r>
            <a:rPr lang="en-US" b="1" dirty="0"/>
            <a:t>Underprediction:</a:t>
          </a:r>
          <a:r>
            <a:rPr lang="en-US" dirty="0"/>
            <a:t> Safer	 → may lead to extra but useful support</a:t>
          </a:r>
          <a:br>
            <a:rPr lang="en-US" dirty="0"/>
          </a:br>
          <a:r>
            <a:rPr lang="en-US" dirty="0"/>
            <a:t>			 → </a:t>
          </a:r>
          <a:r>
            <a:rPr lang="en-US" b="1" dirty="0"/>
            <a:t>Focus:</a:t>
          </a:r>
          <a:r>
            <a:rPr lang="en-US" dirty="0"/>
            <a:t> Minimize overprediction </a:t>
          </a:r>
          <a:br>
            <a:rPr lang="en-US" dirty="0"/>
          </a:br>
          <a:endParaRPr lang="en-IN" dirty="0"/>
        </a:p>
      </dgm:t>
    </dgm:pt>
    <dgm:pt modelId="{714407EC-D3ED-4EEF-B3C8-79A9B2587A76}" type="parTrans" cxnId="{458BF16A-F15F-4898-9019-9C8B3A536CEB}">
      <dgm:prSet/>
      <dgm:spPr/>
      <dgm:t>
        <a:bodyPr/>
        <a:lstStyle/>
        <a:p>
          <a:endParaRPr lang="en-IN"/>
        </a:p>
      </dgm:t>
    </dgm:pt>
    <dgm:pt modelId="{B4D9EA48-CB99-4BCD-A813-AFA250483B63}" type="sibTrans" cxnId="{458BF16A-F15F-4898-9019-9C8B3A536CEB}">
      <dgm:prSet/>
      <dgm:spPr/>
      <dgm:t>
        <a:bodyPr/>
        <a:lstStyle/>
        <a:p>
          <a:endParaRPr lang="en-IN"/>
        </a:p>
      </dgm:t>
    </dgm:pt>
    <dgm:pt modelId="{9F56CD12-F4A4-4C7E-815C-EE8C852DF284}">
      <dgm:prSet/>
      <dgm:spPr/>
      <dgm:t>
        <a:bodyPr/>
        <a:lstStyle/>
        <a:p>
          <a:r>
            <a:rPr lang="en-US" b="1"/>
            <a:t>Why Regression?</a:t>
          </a:r>
          <a:endParaRPr lang="en-IN"/>
        </a:p>
      </dgm:t>
    </dgm:pt>
    <dgm:pt modelId="{42A00B16-C3AB-453E-8B4F-D1539CCC8E0A}" type="parTrans" cxnId="{9CDE984C-7BE2-48D4-B116-E2D8B6D7FC8A}">
      <dgm:prSet/>
      <dgm:spPr/>
      <dgm:t>
        <a:bodyPr/>
        <a:lstStyle/>
        <a:p>
          <a:endParaRPr lang="en-IN"/>
        </a:p>
      </dgm:t>
    </dgm:pt>
    <dgm:pt modelId="{F39E4E41-6ECC-4275-8ECD-FABC5593F60D}" type="sibTrans" cxnId="{9CDE984C-7BE2-48D4-B116-E2D8B6D7FC8A}">
      <dgm:prSet/>
      <dgm:spPr/>
      <dgm:t>
        <a:bodyPr/>
        <a:lstStyle/>
        <a:p>
          <a:endParaRPr lang="en-IN"/>
        </a:p>
      </dgm:t>
    </dgm:pt>
    <dgm:pt modelId="{710483EF-D8D5-4ACC-B2CC-0B69BE75AE6E}">
      <dgm:prSet/>
      <dgm:spPr/>
      <dgm:t>
        <a:bodyPr/>
        <a:lstStyle/>
        <a:p>
          <a:r>
            <a:rPr lang="en-US"/>
            <a:t>G3 is a </a:t>
          </a:r>
          <a:r>
            <a:rPr lang="en-US" b="1"/>
            <a:t>continuous score (0–20)</a:t>
          </a:r>
          <a:r>
            <a:rPr lang="en-US"/>
            <a:t> </a:t>
          </a:r>
          <a:endParaRPr lang="en-IN"/>
        </a:p>
      </dgm:t>
    </dgm:pt>
    <dgm:pt modelId="{0B250AC4-8CFD-4929-BBF4-DCBEF9CB27A0}" type="parTrans" cxnId="{9829D1B3-6542-4748-B3EC-7153B3E6B495}">
      <dgm:prSet/>
      <dgm:spPr/>
      <dgm:t>
        <a:bodyPr/>
        <a:lstStyle/>
        <a:p>
          <a:endParaRPr lang="en-IN"/>
        </a:p>
      </dgm:t>
    </dgm:pt>
    <dgm:pt modelId="{C36FDEF6-C8B4-47A6-9FFD-6C38E82DC697}" type="sibTrans" cxnId="{9829D1B3-6542-4748-B3EC-7153B3E6B495}">
      <dgm:prSet/>
      <dgm:spPr/>
      <dgm:t>
        <a:bodyPr/>
        <a:lstStyle/>
        <a:p>
          <a:endParaRPr lang="en-IN"/>
        </a:p>
      </dgm:t>
    </dgm:pt>
    <dgm:pt modelId="{04A1BDB4-02A7-46AA-B1A7-1D7261D167A4}">
      <dgm:prSet/>
      <dgm:spPr/>
      <dgm:t>
        <a:bodyPr/>
        <a:lstStyle/>
        <a:p>
          <a:r>
            <a:rPr lang="en-US"/>
            <a:t>Provides </a:t>
          </a:r>
          <a:r>
            <a:rPr lang="en-US" b="1"/>
            <a:t>detailed insights</a:t>
          </a:r>
          <a:r>
            <a:rPr lang="en-US"/>
            <a:t> vs pass/fail classification </a:t>
          </a:r>
          <a:endParaRPr lang="en-IN"/>
        </a:p>
      </dgm:t>
    </dgm:pt>
    <dgm:pt modelId="{EA3AD25B-0435-4753-B697-A8692B4B99BE}" type="parTrans" cxnId="{2069BA73-9130-40A5-AE1F-DB46FEE41E7D}">
      <dgm:prSet/>
      <dgm:spPr/>
      <dgm:t>
        <a:bodyPr/>
        <a:lstStyle/>
        <a:p>
          <a:endParaRPr lang="en-IN"/>
        </a:p>
      </dgm:t>
    </dgm:pt>
    <dgm:pt modelId="{D1A49D17-E333-4A7F-AAF0-87DBD6DDD676}" type="sibTrans" cxnId="{2069BA73-9130-40A5-AE1F-DB46FEE41E7D}">
      <dgm:prSet/>
      <dgm:spPr/>
      <dgm:t>
        <a:bodyPr/>
        <a:lstStyle/>
        <a:p>
          <a:endParaRPr lang="en-IN"/>
        </a:p>
      </dgm:t>
    </dgm:pt>
    <dgm:pt modelId="{DAFFE19F-E8B6-4832-A88A-911FC6037064}">
      <dgm:prSet/>
      <dgm:spPr/>
      <dgm:t>
        <a:bodyPr/>
        <a:lstStyle/>
        <a:p>
          <a:r>
            <a:rPr lang="en-US"/>
            <a:t>Enables </a:t>
          </a:r>
          <a:r>
            <a:rPr lang="en-US" b="1"/>
            <a:t>better prioritization and targeted actions</a:t>
          </a:r>
          <a:endParaRPr lang="en-IN"/>
        </a:p>
      </dgm:t>
    </dgm:pt>
    <dgm:pt modelId="{B92896B8-2A73-472D-9173-5ADF047842CA}" type="parTrans" cxnId="{8E526366-C31A-48D5-8347-AF06EC19F25A}">
      <dgm:prSet/>
      <dgm:spPr/>
      <dgm:t>
        <a:bodyPr/>
        <a:lstStyle/>
        <a:p>
          <a:endParaRPr lang="en-IN"/>
        </a:p>
      </dgm:t>
    </dgm:pt>
    <dgm:pt modelId="{A752CC99-185D-4114-9E00-6C5487F6C5A7}" type="sibTrans" cxnId="{8E526366-C31A-48D5-8347-AF06EC19F25A}">
      <dgm:prSet/>
      <dgm:spPr/>
      <dgm:t>
        <a:bodyPr/>
        <a:lstStyle/>
        <a:p>
          <a:endParaRPr lang="en-IN"/>
        </a:p>
      </dgm:t>
    </dgm:pt>
    <dgm:pt modelId="{3BC8F8E9-217A-4971-841D-13DAE10BA84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Goal: Enable </a:t>
          </a:r>
          <a:r>
            <a:rPr lang="en-US" b="1" dirty="0"/>
            <a:t>early identification of students needing support</a:t>
          </a:r>
          <a:r>
            <a:rPr lang="en-US" dirty="0"/>
            <a:t> </a:t>
          </a:r>
        </a:p>
      </dgm:t>
    </dgm:pt>
    <dgm:pt modelId="{6AFE5F2D-6FCC-4CB9-BB6E-B59C8A0963D8}" type="parTrans" cxnId="{221F15A5-9C59-4A3F-92BA-74AFDC438BB3}">
      <dgm:prSet/>
      <dgm:spPr/>
      <dgm:t>
        <a:bodyPr/>
        <a:lstStyle/>
        <a:p>
          <a:endParaRPr lang="en-IN"/>
        </a:p>
      </dgm:t>
    </dgm:pt>
    <dgm:pt modelId="{3F2D69BE-C8B9-4D41-B2BE-53AAADD290FA}" type="sibTrans" cxnId="{221F15A5-9C59-4A3F-92BA-74AFDC438BB3}">
      <dgm:prSet/>
      <dgm:spPr/>
      <dgm:t>
        <a:bodyPr/>
        <a:lstStyle/>
        <a:p>
          <a:endParaRPr lang="en-IN"/>
        </a:p>
      </dgm:t>
    </dgm:pt>
    <dgm:pt modelId="{C7883E6F-5246-4B3D-8656-DA1EC5C0C7A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Supports interventions like </a:t>
          </a:r>
          <a:r>
            <a:rPr lang="en-US" b="1" dirty="0"/>
            <a:t>tutoring, counseling, attendance tracking</a:t>
          </a:r>
          <a:r>
            <a:rPr lang="en-US" dirty="0"/>
            <a:t> </a:t>
          </a:r>
        </a:p>
      </dgm:t>
    </dgm:pt>
    <dgm:pt modelId="{3C7BAFA7-F994-46B6-A9DF-DA528C287556}" type="parTrans" cxnId="{9615CE31-D6F7-4F2D-BE95-39FE390670BB}">
      <dgm:prSet/>
      <dgm:spPr/>
      <dgm:t>
        <a:bodyPr/>
        <a:lstStyle/>
        <a:p>
          <a:endParaRPr lang="en-IN"/>
        </a:p>
      </dgm:t>
    </dgm:pt>
    <dgm:pt modelId="{D10EC626-028A-4858-B6FF-8758FE6C4F96}" type="sibTrans" cxnId="{9615CE31-D6F7-4F2D-BE95-39FE390670BB}">
      <dgm:prSet/>
      <dgm:spPr/>
      <dgm:t>
        <a:bodyPr/>
        <a:lstStyle/>
        <a:p>
          <a:endParaRPr lang="en-IN"/>
        </a:p>
      </dgm:t>
    </dgm:pt>
    <dgm:pt modelId="{A02ED4C5-6C93-47B3-BE63-2128541B575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Dataset: UCI Student Performance (Portuguese schools). Subjects: </a:t>
          </a:r>
          <a:r>
            <a:rPr lang="en-IN" b="1" dirty="0"/>
            <a:t>Mathematics &amp; </a:t>
          </a:r>
          <a:r>
            <a:rPr lang="en-IN" b="1"/>
            <a:t>Portuguese</a:t>
          </a:r>
          <a:r>
            <a:rPr lang="en-IN"/>
            <a:t> </a:t>
          </a:r>
          <a:endParaRPr lang="en-IN" dirty="0"/>
        </a:p>
      </dgm:t>
    </dgm:pt>
    <dgm:pt modelId="{10CECE7B-BA5D-48F2-A6F2-64E149F15B39}" type="parTrans" cxnId="{A3F45D8F-5FC4-4DD5-9149-E22617F1F549}">
      <dgm:prSet/>
      <dgm:spPr/>
      <dgm:t>
        <a:bodyPr/>
        <a:lstStyle/>
        <a:p>
          <a:endParaRPr lang="en-IN"/>
        </a:p>
      </dgm:t>
    </dgm:pt>
    <dgm:pt modelId="{6C4D7722-9978-491A-813A-A4A45EB5B1A9}" type="sibTrans" cxnId="{A3F45D8F-5FC4-4DD5-9149-E22617F1F549}">
      <dgm:prSet/>
      <dgm:spPr/>
      <dgm:t>
        <a:bodyPr/>
        <a:lstStyle/>
        <a:p>
          <a:endParaRPr lang="en-IN"/>
        </a:p>
      </dgm:t>
    </dgm:pt>
    <dgm:pt modelId="{E1B84282-6027-4A92-81FB-AAC9135AEA84}">
      <dgm:prSet/>
      <dgm:spPr/>
      <dgm:t>
        <a:bodyPr/>
        <a:lstStyle/>
        <a:p>
          <a:pPr>
            <a:buNone/>
          </a:pPr>
          <a:r>
            <a:rPr lang="en-IN" b="1" dirty="0"/>
            <a:t>Problem Statement</a:t>
          </a:r>
          <a:endParaRPr lang="en-IN" dirty="0"/>
        </a:p>
      </dgm:t>
    </dgm:pt>
    <dgm:pt modelId="{2C110361-3B2E-45C4-8BFA-B63FF9F042DE}" type="parTrans" cxnId="{C22185F7-9791-4D0F-9C73-328DC1129B4B}">
      <dgm:prSet/>
      <dgm:spPr/>
      <dgm:t>
        <a:bodyPr/>
        <a:lstStyle/>
        <a:p>
          <a:endParaRPr lang="en-IN"/>
        </a:p>
      </dgm:t>
    </dgm:pt>
    <dgm:pt modelId="{F336E2FD-E465-41E2-90EF-BA67DE89FBE7}" type="sibTrans" cxnId="{C22185F7-9791-4D0F-9C73-328DC1129B4B}">
      <dgm:prSet/>
      <dgm:spPr/>
      <dgm:t>
        <a:bodyPr/>
        <a:lstStyle/>
        <a:p>
          <a:endParaRPr lang="en-IN"/>
        </a:p>
      </dgm:t>
    </dgm:pt>
    <dgm:pt modelId="{26AE7AC4-E8B4-48A6-A6F8-E453D838DB6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Build a </a:t>
          </a:r>
          <a:r>
            <a:rPr lang="en-US" b="1" dirty="0"/>
            <a:t>Regression model</a:t>
          </a:r>
          <a:r>
            <a:rPr lang="en-US" dirty="0"/>
            <a:t> to predict </a:t>
          </a:r>
          <a:r>
            <a:rPr lang="en-US" b="1" dirty="0"/>
            <a:t>G3 (Final Grade: 0–20)</a:t>
          </a:r>
          <a:r>
            <a:rPr lang="en-US" dirty="0"/>
            <a:t> </a:t>
          </a:r>
        </a:p>
      </dgm:t>
    </dgm:pt>
    <dgm:pt modelId="{1F5EA6B5-B476-4268-8F64-E2A098A550A0}" type="parTrans" cxnId="{BF46671D-8A20-42A5-8CA4-0835DCB05E21}">
      <dgm:prSet/>
      <dgm:spPr/>
      <dgm:t>
        <a:bodyPr/>
        <a:lstStyle/>
        <a:p>
          <a:endParaRPr lang="en-IN"/>
        </a:p>
      </dgm:t>
    </dgm:pt>
    <dgm:pt modelId="{A6070622-11C7-4A2C-846E-E8FB1D666C55}" type="sibTrans" cxnId="{BF46671D-8A20-42A5-8CA4-0835DCB05E21}">
      <dgm:prSet/>
      <dgm:spPr/>
      <dgm:t>
        <a:bodyPr/>
        <a:lstStyle/>
        <a:p>
          <a:endParaRPr lang="en-IN"/>
        </a:p>
      </dgm:t>
    </dgm:pt>
    <dgm:pt modelId="{BD00A1E1-18C7-449B-8122-66293F1DE3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 </a:t>
          </a:r>
          <a:r>
            <a:rPr lang="en-US" b="1" dirty="0"/>
            <a:t>demographic, academic, and behavioral features</a:t>
          </a:r>
          <a:endParaRPr lang="en-US" dirty="0"/>
        </a:p>
      </dgm:t>
    </dgm:pt>
    <dgm:pt modelId="{BEFC9C86-E4BA-47F4-81C3-3F9BBA5C914A}" type="parTrans" cxnId="{DC73A60A-54F7-4CD6-815D-369B8DB625B8}">
      <dgm:prSet/>
      <dgm:spPr/>
      <dgm:t>
        <a:bodyPr/>
        <a:lstStyle/>
        <a:p>
          <a:endParaRPr lang="en-IN"/>
        </a:p>
      </dgm:t>
    </dgm:pt>
    <dgm:pt modelId="{934C967A-EDD2-4D90-98D3-304563A31322}" type="sibTrans" cxnId="{DC73A60A-54F7-4CD6-815D-369B8DB625B8}">
      <dgm:prSet/>
      <dgm:spPr/>
      <dgm:t>
        <a:bodyPr/>
        <a:lstStyle/>
        <a:p>
          <a:endParaRPr lang="en-IN"/>
        </a:p>
      </dgm:t>
    </dgm:pt>
    <dgm:pt modelId="{7DAE0A6D-52D4-4756-B2F8-0FE9839C517E}">
      <dgm:prSet/>
      <dgm:spPr/>
      <dgm:t>
        <a:bodyPr/>
        <a:lstStyle/>
        <a:p>
          <a:r>
            <a:rPr lang="en-US" b="1"/>
            <a:t>Users &amp; Impact</a:t>
          </a:r>
          <a:endParaRPr lang="en-IN" dirty="0"/>
        </a:p>
      </dgm:t>
    </dgm:pt>
    <dgm:pt modelId="{D676C72A-F345-4FA7-BAAF-0759AEBB8691}" type="parTrans" cxnId="{C64536FC-1BAC-4E32-B4B2-EA7852CB8401}">
      <dgm:prSet/>
      <dgm:spPr/>
      <dgm:t>
        <a:bodyPr/>
        <a:lstStyle/>
        <a:p>
          <a:endParaRPr lang="en-IN"/>
        </a:p>
      </dgm:t>
    </dgm:pt>
    <dgm:pt modelId="{D76E7AA4-CFA4-41DE-A90E-966347450FE5}" type="sibTrans" cxnId="{C64536FC-1BAC-4E32-B4B2-EA7852CB8401}">
      <dgm:prSet/>
      <dgm:spPr/>
      <dgm:t>
        <a:bodyPr/>
        <a:lstStyle/>
        <a:p>
          <a:endParaRPr lang="en-IN"/>
        </a:p>
      </dgm:t>
    </dgm:pt>
    <dgm:pt modelId="{44ABDD7E-E625-4C6A-9354-070CEA0CA923}" type="pres">
      <dgm:prSet presAssocID="{A1CFC26D-32DF-433A-8447-636AA8B88FC9}" presName="Name0" presStyleCnt="0">
        <dgm:presLayoutVars>
          <dgm:dir/>
          <dgm:animLvl val="lvl"/>
          <dgm:resizeHandles val="exact"/>
        </dgm:presLayoutVars>
      </dgm:prSet>
      <dgm:spPr/>
    </dgm:pt>
    <dgm:pt modelId="{0E336422-B2AF-4C73-96E9-FFC66CDC361A}" type="pres">
      <dgm:prSet presAssocID="{6DF6A75E-8B36-4595-99A3-F9F3739891D5}" presName="linNode" presStyleCnt="0"/>
      <dgm:spPr/>
    </dgm:pt>
    <dgm:pt modelId="{511AB6D0-11FE-4272-BB97-CFFBBAE3BFEF}" type="pres">
      <dgm:prSet presAssocID="{6DF6A75E-8B36-4595-99A3-F9F3739891D5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F2668E6B-D072-498C-9B13-D83B1D9CBBB2}" type="pres">
      <dgm:prSet presAssocID="{6DF6A75E-8B36-4595-99A3-F9F3739891D5}" presName="descendantText" presStyleLbl="alignAccFollowNode1" presStyleIdx="0" presStyleCnt="5">
        <dgm:presLayoutVars>
          <dgm:bulletEnabled val="1"/>
        </dgm:presLayoutVars>
      </dgm:prSet>
      <dgm:spPr/>
    </dgm:pt>
    <dgm:pt modelId="{936C8BD5-DDFD-4F54-8FD9-F78202E104FD}" type="pres">
      <dgm:prSet presAssocID="{AEF1DEAF-6351-4B35-846A-1BD76AB4E5BC}" presName="sp" presStyleCnt="0"/>
      <dgm:spPr/>
    </dgm:pt>
    <dgm:pt modelId="{ED887C46-16AB-422B-9927-75182A22F767}" type="pres">
      <dgm:prSet presAssocID="{E1B84282-6027-4A92-81FB-AAC9135AEA84}" presName="linNode" presStyleCnt="0"/>
      <dgm:spPr/>
    </dgm:pt>
    <dgm:pt modelId="{B5970B98-CA35-4B1D-8B35-ADA1CD785A78}" type="pres">
      <dgm:prSet presAssocID="{E1B84282-6027-4A92-81FB-AAC9135AEA84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2906C266-07BB-4DFE-A364-8B6A5CC57A8D}" type="pres">
      <dgm:prSet presAssocID="{E1B84282-6027-4A92-81FB-AAC9135AEA84}" presName="descendantText" presStyleLbl="alignAccFollowNode1" presStyleIdx="1" presStyleCnt="5">
        <dgm:presLayoutVars>
          <dgm:bulletEnabled val="1"/>
        </dgm:presLayoutVars>
      </dgm:prSet>
      <dgm:spPr/>
    </dgm:pt>
    <dgm:pt modelId="{7486975F-37C0-4889-A6A5-250A4AFCD5BE}" type="pres">
      <dgm:prSet presAssocID="{F336E2FD-E465-41E2-90EF-BA67DE89FBE7}" presName="sp" presStyleCnt="0"/>
      <dgm:spPr/>
    </dgm:pt>
    <dgm:pt modelId="{A6B21B6C-95FF-44D5-A38F-3E1D1615408A}" type="pres">
      <dgm:prSet presAssocID="{7DAE0A6D-52D4-4756-B2F8-0FE9839C517E}" presName="linNode" presStyleCnt="0"/>
      <dgm:spPr/>
    </dgm:pt>
    <dgm:pt modelId="{4573428C-7EDB-4848-B028-B4B2DBEA73A4}" type="pres">
      <dgm:prSet presAssocID="{7DAE0A6D-52D4-4756-B2F8-0FE9839C517E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5BDB4982-1BE5-4C47-9E8A-EC9F3B8B3EA1}" type="pres">
      <dgm:prSet presAssocID="{7DAE0A6D-52D4-4756-B2F8-0FE9839C517E}" presName="descendantText" presStyleLbl="alignAccFollowNode1" presStyleIdx="2" presStyleCnt="5">
        <dgm:presLayoutVars>
          <dgm:bulletEnabled val="1"/>
        </dgm:presLayoutVars>
      </dgm:prSet>
      <dgm:spPr/>
    </dgm:pt>
    <dgm:pt modelId="{A5039625-3D28-4068-AA66-E4DB62E57DA4}" type="pres">
      <dgm:prSet presAssocID="{D76E7AA4-CFA4-41DE-A90E-966347450FE5}" presName="sp" presStyleCnt="0"/>
      <dgm:spPr/>
    </dgm:pt>
    <dgm:pt modelId="{057381F9-1012-4BE1-ABB2-A4AE76DD3EEB}" type="pres">
      <dgm:prSet presAssocID="{94927524-CF89-4020-8E73-7980AF15EB4F}" presName="linNode" presStyleCnt="0"/>
      <dgm:spPr/>
    </dgm:pt>
    <dgm:pt modelId="{D18DE5C6-4541-433B-86FF-0101A931532E}" type="pres">
      <dgm:prSet presAssocID="{94927524-CF89-4020-8E73-7980AF15EB4F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C737CFA0-46DE-48C5-BCB3-6775DC652284}" type="pres">
      <dgm:prSet presAssocID="{94927524-CF89-4020-8E73-7980AF15EB4F}" presName="descendantText" presStyleLbl="alignAccFollowNode1" presStyleIdx="3" presStyleCnt="5">
        <dgm:presLayoutVars>
          <dgm:bulletEnabled val="1"/>
        </dgm:presLayoutVars>
      </dgm:prSet>
      <dgm:spPr/>
    </dgm:pt>
    <dgm:pt modelId="{CCC4EF80-5881-4CD0-B734-26E48261C08F}" type="pres">
      <dgm:prSet presAssocID="{36F55B7D-70AC-438F-83C2-6CDAA5D55DF0}" presName="sp" presStyleCnt="0"/>
      <dgm:spPr/>
    </dgm:pt>
    <dgm:pt modelId="{73B1CB58-02AE-4505-89F3-E78A72DACF31}" type="pres">
      <dgm:prSet presAssocID="{9F56CD12-F4A4-4C7E-815C-EE8C852DF284}" presName="linNode" presStyleCnt="0"/>
      <dgm:spPr/>
    </dgm:pt>
    <dgm:pt modelId="{73E1D047-2EA6-464A-8047-13F7687AFA42}" type="pres">
      <dgm:prSet presAssocID="{9F56CD12-F4A4-4C7E-815C-EE8C852DF284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5EE9C4FA-1774-4B78-9203-0D77735DCC26}" type="pres">
      <dgm:prSet presAssocID="{9F56CD12-F4A4-4C7E-815C-EE8C852DF284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D19BAA02-88ED-4B5F-B75D-4AA7CFDA1789}" type="presOf" srcId="{7DAE0A6D-52D4-4756-B2F8-0FE9839C517E}" destId="{4573428C-7EDB-4848-B028-B4B2DBEA73A4}" srcOrd="0" destOrd="0" presId="urn:microsoft.com/office/officeart/2005/8/layout/vList5"/>
    <dgm:cxn modelId="{DC73A60A-54F7-4CD6-815D-369B8DB625B8}" srcId="{E1B84282-6027-4A92-81FB-AAC9135AEA84}" destId="{BD00A1E1-18C7-449B-8122-66293F1DE340}" srcOrd="1" destOrd="0" parTransId="{BEFC9C86-E4BA-47F4-81C3-3F9BBA5C914A}" sibTransId="{934C967A-EDD2-4D90-98D3-304563A31322}"/>
    <dgm:cxn modelId="{BF46671D-8A20-42A5-8CA4-0835DCB05E21}" srcId="{E1B84282-6027-4A92-81FB-AAC9135AEA84}" destId="{26AE7AC4-E8B4-48A6-A6F8-E453D838DB63}" srcOrd="0" destOrd="0" parTransId="{1F5EA6B5-B476-4268-8F64-E2A098A550A0}" sibTransId="{A6070622-11C7-4A2C-846E-E8FB1D666C55}"/>
    <dgm:cxn modelId="{61814931-6D24-4E05-9BFC-CD282B430F7A}" srcId="{7DAE0A6D-52D4-4756-B2F8-0FE9839C517E}" destId="{C96C51FC-50AC-457B-862E-C18D50C10CE0}" srcOrd="0" destOrd="0" parTransId="{5E86B7A8-0ECE-48B1-8BF7-82C3096F6EAF}" sibTransId="{AA110503-8EE8-4318-BA78-2C3F4ACBD6B0}"/>
    <dgm:cxn modelId="{9615CE31-D6F7-4F2D-BE95-39FE390670BB}" srcId="{6DF6A75E-8B36-4595-99A3-F9F3739891D5}" destId="{C7883E6F-5246-4B3D-8656-DA1EC5C0C7A2}" srcOrd="1" destOrd="0" parTransId="{3C7BAFA7-F994-46B6-A9DF-DA528C287556}" sibTransId="{D10EC626-028A-4858-B6FF-8758FE6C4F96}"/>
    <dgm:cxn modelId="{36BE5733-4669-4051-AD6D-ED18D31BDAEC}" type="presOf" srcId="{C96C51FC-50AC-457B-862E-C18D50C10CE0}" destId="{5BDB4982-1BE5-4C47-9E8A-EC9F3B8B3EA1}" srcOrd="0" destOrd="0" presId="urn:microsoft.com/office/officeart/2005/8/layout/vList5"/>
    <dgm:cxn modelId="{726E6E36-E54F-4DB2-BB40-FCA6AB6AD3FE}" type="presOf" srcId="{26AE7AC4-E8B4-48A6-A6F8-E453D838DB63}" destId="{2906C266-07BB-4DFE-A364-8B6A5CC57A8D}" srcOrd="0" destOrd="0" presId="urn:microsoft.com/office/officeart/2005/8/layout/vList5"/>
    <dgm:cxn modelId="{2EB60F3D-50A9-425B-BEAF-8E81B2CE0584}" type="presOf" srcId="{9F56CD12-F4A4-4C7E-815C-EE8C852DF284}" destId="{73E1D047-2EA6-464A-8047-13F7687AFA42}" srcOrd="0" destOrd="0" presId="urn:microsoft.com/office/officeart/2005/8/layout/vList5"/>
    <dgm:cxn modelId="{7DB16F3D-75BB-43E3-BC88-9111CE211BDE}" type="presOf" srcId="{E1B84282-6027-4A92-81FB-AAC9135AEA84}" destId="{B5970B98-CA35-4B1D-8B35-ADA1CD785A78}" srcOrd="0" destOrd="0" presId="urn:microsoft.com/office/officeart/2005/8/layout/vList5"/>
    <dgm:cxn modelId="{B5F2713D-DDD7-4B75-BF47-0D92C5007B30}" type="presOf" srcId="{69193286-9D3E-41B8-B75E-97EFCFAE060A}" destId="{C737CFA0-46DE-48C5-BCB3-6775DC652284}" srcOrd="0" destOrd="0" presId="urn:microsoft.com/office/officeart/2005/8/layout/vList5"/>
    <dgm:cxn modelId="{9A4BF363-938E-489F-AA48-0B66EC528A0E}" type="presOf" srcId="{04A1BDB4-02A7-46AA-B1A7-1D7261D167A4}" destId="{5EE9C4FA-1774-4B78-9203-0D77735DCC26}" srcOrd="0" destOrd="1" presId="urn:microsoft.com/office/officeart/2005/8/layout/vList5"/>
    <dgm:cxn modelId="{27731C66-6E6D-4F90-806D-5B48CDC9AB13}" type="presOf" srcId="{BD00A1E1-18C7-449B-8122-66293F1DE340}" destId="{2906C266-07BB-4DFE-A364-8B6A5CC57A8D}" srcOrd="0" destOrd="1" presId="urn:microsoft.com/office/officeart/2005/8/layout/vList5"/>
    <dgm:cxn modelId="{8E526366-C31A-48D5-8347-AF06EC19F25A}" srcId="{9F56CD12-F4A4-4C7E-815C-EE8C852DF284}" destId="{DAFFE19F-E8B6-4832-A88A-911FC6037064}" srcOrd="2" destOrd="0" parTransId="{B92896B8-2A73-472D-9173-5ADF047842CA}" sibTransId="{A752CC99-185D-4114-9E00-6C5487F6C5A7}"/>
    <dgm:cxn modelId="{223BD766-2D87-4064-9B9A-E9C7EE0F868E}" type="presOf" srcId="{A1CFC26D-32DF-433A-8447-636AA8B88FC9}" destId="{44ABDD7E-E625-4C6A-9354-070CEA0CA923}" srcOrd="0" destOrd="0" presId="urn:microsoft.com/office/officeart/2005/8/layout/vList5"/>
    <dgm:cxn modelId="{DF04C04A-FE01-468E-B431-EC33B8C1503F}" type="presOf" srcId="{193E8A39-1C47-4580-8B31-BC3A76D3EFB0}" destId="{C737CFA0-46DE-48C5-BCB3-6775DC652284}" srcOrd="0" destOrd="1" presId="urn:microsoft.com/office/officeart/2005/8/layout/vList5"/>
    <dgm:cxn modelId="{458BF16A-F15F-4898-9019-9C8B3A536CEB}" srcId="{94927524-CF89-4020-8E73-7980AF15EB4F}" destId="{193E8A39-1C47-4580-8B31-BC3A76D3EFB0}" srcOrd="1" destOrd="0" parTransId="{714407EC-D3ED-4EEF-B3C8-79A9B2587A76}" sibTransId="{B4D9EA48-CB99-4BCD-A813-AFA250483B63}"/>
    <dgm:cxn modelId="{4A87BA6B-56E1-4401-A6F0-54EB73FCFF89}" srcId="{94927524-CF89-4020-8E73-7980AF15EB4F}" destId="{69193286-9D3E-41B8-B75E-97EFCFAE060A}" srcOrd="0" destOrd="0" parTransId="{9277B7F6-BDB2-4D9C-8D64-934F7E341873}" sibTransId="{85E271F3-58F3-4908-AA1F-7C581D2116B4}"/>
    <dgm:cxn modelId="{9CDE984C-7BE2-48D4-B116-E2D8B6D7FC8A}" srcId="{A1CFC26D-32DF-433A-8447-636AA8B88FC9}" destId="{9F56CD12-F4A4-4C7E-815C-EE8C852DF284}" srcOrd="4" destOrd="0" parTransId="{42A00B16-C3AB-453E-8B4F-D1539CCC8E0A}" sibTransId="{F39E4E41-6ECC-4275-8ECD-FABC5593F60D}"/>
    <dgm:cxn modelId="{3B691152-668F-4AE1-B09A-B6E987DA7822}" srcId="{7DAE0A6D-52D4-4756-B2F8-0FE9839C517E}" destId="{622F56CF-3A1F-4824-A750-2982E1DD0430}" srcOrd="1" destOrd="0" parTransId="{1904AE94-BD76-4644-9E44-60B0BCE3C165}" sibTransId="{65EBCECB-37F6-4A7C-8D49-58C6AE2E52B6}"/>
    <dgm:cxn modelId="{2069BA73-9130-40A5-AE1F-DB46FEE41E7D}" srcId="{9F56CD12-F4A4-4C7E-815C-EE8C852DF284}" destId="{04A1BDB4-02A7-46AA-B1A7-1D7261D167A4}" srcOrd="1" destOrd="0" parTransId="{EA3AD25B-0435-4753-B697-A8692B4B99BE}" sibTransId="{D1A49D17-E333-4A7F-AAF0-87DBD6DDD676}"/>
    <dgm:cxn modelId="{EA995C7C-2414-4825-9E03-1EA3543865EB}" type="presOf" srcId="{622F56CF-3A1F-4824-A750-2982E1DD0430}" destId="{5BDB4982-1BE5-4C47-9E8A-EC9F3B8B3EA1}" srcOrd="0" destOrd="1" presId="urn:microsoft.com/office/officeart/2005/8/layout/vList5"/>
    <dgm:cxn modelId="{DC336282-321C-4EBC-B52B-32776AAF2BFA}" type="presOf" srcId="{6DF6A75E-8B36-4595-99A3-F9F3739891D5}" destId="{511AB6D0-11FE-4272-BB97-CFFBBAE3BFEF}" srcOrd="0" destOrd="0" presId="urn:microsoft.com/office/officeart/2005/8/layout/vList5"/>
    <dgm:cxn modelId="{3E5C2483-EB07-4E76-8371-C37883FBD271}" type="presOf" srcId="{DAFFE19F-E8B6-4832-A88A-911FC6037064}" destId="{5EE9C4FA-1774-4B78-9203-0D77735DCC26}" srcOrd="0" destOrd="2" presId="urn:microsoft.com/office/officeart/2005/8/layout/vList5"/>
    <dgm:cxn modelId="{928B6188-5E79-4CB5-ABA3-74AC59F87D95}" type="presOf" srcId="{3BC8F8E9-217A-4971-841D-13DAE10BA846}" destId="{F2668E6B-D072-498C-9B13-D83B1D9CBBB2}" srcOrd="0" destOrd="0" presId="urn:microsoft.com/office/officeart/2005/8/layout/vList5"/>
    <dgm:cxn modelId="{A3F45D8F-5FC4-4DD5-9149-E22617F1F549}" srcId="{6DF6A75E-8B36-4595-99A3-F9F3739891D5}" destId="{A02ED4C5-6C93-47B3-BE63-2128541B5752}" srcOrd="2" destOrd="0" parTransId="{10CECE7B-BA5D-48F2-A6F2-64E149F15B39}" sibTransId="{6C4D7722-9978-491A-813A-A4A45EB5B1A9}"/>
    <dgm:cxn modelId="{77844E91-85CC-4E69-B1B6-5490EB5886F3}" type="presOf" srcId="{C7883E6F-5246-4B3D-8656-DA1EC5C0C7A2}" destId="{F2668E6B-D072-498C-9B13-D83B1D9CBBB2}" srcOrd="0" destOrd="1" presId="urn:microsoft.com/office/officeart/2005/8/layout/vList5"/>
    <dgm:cxn modelId="{80660A9C-088E-4FB7-9FA4-93EC17F8372F}" type="presOf" srcId="{710483EF-D8D5-4ACC-B2CC-0B69BE75AE6E}" destId="{5EE9C4FA-1774-4B78-9203-0D77735DCC26}" srcOrd="0" destOrd="0" presId="urn:microsoft.com/office/officeart/2005/8/layout/vList5"/>
    <dgm:cxn modelId="{221F15A5-9C59-4A3F-92BA-74AFDC438BB3}" srcId="{6DF6A75E-8B36-4595-99A3-F9F3739891D5}" destId="{3BC8F8E9-217A-4971-841D-13DAE10BA846}" srcOrd="0" destOrd="0" parTransId="{6AFE5F2D-6FCC-4CB9-BB6E-B59C8A0963D8}" sibTransId="{3F2D69BE-C8B9-4D41-B2BE-53AAADD290FA}"/>
    <dgm:cxn modelId="{2AFE93AA-95D5-4E52-A016-ED7B5F88236F}" srcId="{A1CFC26D-32DF-433A-8447-636AA8B88FC9}" destId="{6DF6A75E-8B36-4595-99A3-F9F3739891D5}" srcOrd="0" destOrd="0" parTransId="{6EF8202F-C68C-4C1E-B6BD-461BFA55ACD4}" sibTransId="{AEF1DEAF-6351-4B35-846A-1BD76AB4E5BC}"/>
    <dgm:cxn modelId="{BA4D83AC-777A-4B97-B666-5E7500658915}" type="presOf" srcId="{A02ED4C5-6C93-47B3-BE63-2128541B5752}" destId="{F2668E6B-D072-498C-9B13-D83B1D9CBBB2}" srcOrd="0" destOrd="2" presId="urn:microsoft.com/office/officeart/2005/8/layout/vList5"/>
    <dgm:cxn modelId="{9829D1B3-6542-4748-B3EC-7153B3E6B495}" srcId="{9F56CD12-F4A4-4C7E-815C-EE8C852DF284}" destId="{710483EF-D8D5-4ACC-B2CC-0B69BE75AE6E}" srcOrd="0" destOrd="0" parTransId="{0B250AC4-8CFD-4929-BBF4-DCBEF9CB27A0}" sibTransId="{C36FDEF6-C8B4-47A6-9FFD-6C38E82DC697}"/>
    <dgm:cxn modelId="{8D6F8ECD-6FC4-4B6D-BBBC-EF9D38A52309}" srcId="{A1CFC26D-32DF-433A-8447-636AA8B88FC9}" destId="{94927524-CF89-4020-8E73-7980AF15EB4F}" srcOrd="3" destOrd="0" parTransId="{80900564-8A05-469B-A907-CB1F7C8B6511}" sibTransId="{36F55B7D-70AC-438F-83C2-6CDAA5D55DF0}"/>
    <dgm:cxn modelId="{9E2461F7-5201-4021-9CF7-7201EC6F4805}" type="presOf" srcId="{94927524-CF89-4020-8E73-7980AF15EB4F}" destId="{D18DE5C6-4541-433B-86FF-0101A931532E}" srcOrd="0" destOrd="0" presId="urn:microsoft.com/office/officeart/2005/8/layout/vList5"/>
    <dgm:cxn modelId="{C22185F7-9791-4D0F-9C73-328DC1129B4B}" srcId="{A1CFC26D-32DF-433A-8447-636AA8B88FC9}" destId="{E1B84282-6027-4A92-81FB-AAC9135AEA84}" srcOrd="1" destOrd="0" parTransId="{2C110361-3B2E-45C4-8BFA-B63FF9F042DE}" sibTransId="{F336E2FD-E465-41E2-90EF-BA67DE89FBE7}"/>
    <dgm:cxn modelId="{C64536FC-1BAC-4E32-B4B2-EA7852CB8401}" srcId="{A1CFC26D-32DF-433A-8447-636AA8B88FC9}" destId="{7DAE0A6D-52D4-4756-B2F8-0FE9839C517E}" srcOrd="2" destOrd="0" parTransId="{D676C72A-F345-4FA7-BAAF-0759AEBB8691}" sibTransId="{D76E7AA4-CFA4-41DE-A90E-966347450FE5}"/>
    <dgm:cxn modelId="{35E5244E-4F82-4E66-A462-0A67CBF7C629}" type="presParOf" srcId="{44ABDD7E-E625-4C6A-9354-070CEA0CA923}" destId="{0E336422-B2AF-4C73-96E9-FFC66CDC361A}" srcOrd="0" destOrd="0" presId="urn:microsoft.com/office/officeart/2005/8/layout/vList5"/>
    <dgm:cxn modelId="{6B3B991E-F53B-4EB5-9BEB-3A424B2CE70A}" type="presParOf" srcId="{0E336422-B2AF-4C73-96E9-FFC66CDC361A}" destId="{511AB6D0-11FE-4272-BB97-CFFBBAE3BFEF}" srcOrd="0" destOrd="0" presId="urn:microsoft.com/office/officeart/2005/8/layout/vList5"/>
    <dgm:cxn modelId="{1217C711-7F38-4B5E-AC1C-8A9A647C33D9}" type="presParOf" srcId="{0E336422-B2AF-4C73-96E9-FFC66CDC361A}" destId="{F2668E6B-D072-498C-9B13-D83B1D9CBBB2}" srcOrd="1" destOrd="0" presId="urn:microsoft.com/office/officeart/2005/8/layout/vList5"/>
    <dgm:cxn modelId="{105081FB-47C5-4C76-8D19-4F54EBC3DAB7}" type="presParOf" srcId="{44ABDD7E-E625-4C6A-9354-070CEA0CA923}" destId="{936C8BD5-DDFD-4F54-8FD9-F78202E104FD}" srcOrd="1" destOrd="0" presId="urn:microsoft.com/office/officeart/2005/8/layout/vList5"/>
    <dgm:cxn modelId="{2367510C-087F-42F8-869B-67EEE3B7A84A}" type="presParOf" srcId="{44ABDD7E-E625-4C6A-9354-070CEA0CA923}" destId="{ED887C46-16AB-422B-9927-75182A22F767}" srcOrd="2" destOrd="0" presId="urn:microsoft.com/office/officeart/2005/8/layout/vList5"/>
    <dgm:cxn modelId="{18DD1FC2-FBF4-4C5D-8C38-026EE4633F5D}" type="presParOf" srcId="{ED887C46-16AB-422B-9927-75182A22F767}" destId="{B5970B98-CA35-4B1D-8B35-ADA1CD785A78}" srcOrd="0" destOrd="0" presId="urn:microsoft.com/office/officeart/2005/8/layout/vList5"/>
    <dgm:cxn modelId="{818868CC-8E80-4D5F-A7E5-981E0E0A7134}" type="presParOf" srcId="{ED887C46-16AB-422B-9927-75182A22F767}" destId="{2906C266-07BB-4DFE-A364-8B6A5CC57A8D}" srcOrd="1" destOrd="0" presId="urn:microsoft.com/office/officeart/2005/8/layout/vList5"/>
    <dgm:cxn modelId="{E0FA90F4-018F-4D09-ADCC-D6EFBC2276F5}" type="presParOf" srcId="{44ABDD7E-E625-4C6A-9354-070CEA0CA923}" destId="{7486975F-37C0-4889-A6A5-250A4AFCD5BE}" srcOrd="3" destOrd="0" presId="urn:microsoft.com/office/officeart/2005/8/layout/vList5"/>
    <dgm:cxn modelId="{3F69C25C-38A6-484D-9959-138D25BC3F58}" type="presParOf" srcId="{44ABDD7E-E625-4C6A-9354-070CEA0CA923}" destId="{A6B21B6C-95FF-44D5-A38F-3E1D1615408A}" srcOrd="4" destOrd="0" presId="urn:microsoft.com/office/officeart/2005/8/layout/vList5"/>
    <dgm:cxn modelId="{1196C28C-1E2B-4601-8187-8F6B6A90FB75}" type="presParOf" srcId="{A6B21B6C-95FF-44D5-A38F-3E1D1615408A}" destId="{4573428C-7EDB-4848-B028-B4B2DBEA73A4}" srcOrd="0" destOrd="0" presId="urn:microsoft.com/office/officeart/2005/8/layout/vList5"/>
    <dgm:cxn modelId="{50F383BC-E486-4FA3-8779-E48EF00668A9}" type="presParOf" srcId="{A6B21B6C-95FF-44D5-A38F-3E1D1615408A}" destId="{5BDB4982-1BE5-4C47-9E8A-EC9F3B8B3EA1}" srcOrd="1" destOrd="0" presId="urn:microsoft.com/office/officeart/2005/8/layout/vList5"/>
    <dgm:cxn modelId="{DDA4ACA1-2495-466F-9A37-A386CA7F52A5}" type="presParOf" srcId="{44ABDD7E-E625-4C6A-9354-070CEA0CA923}" destId="{A5039625-3D28-4068-AA66-E4DB62E57DA4}" srcOrd="5" destOrd="0" presId="urn:microsoft.com/office/officeart/2005/8/layout/vList5"/>
    <dgm:cxn modelId="{FFF98D48-E024-4B05-BF7C-EDDCA5AB0BEB}" type="presParOf" srcId="{44ABDD7E-E625-4C6A-9354-070CEA0CA923}" destId="{057381F9-1012-4BE1-ABB2-A4AE76DD3EEB}" srcOrd="6" destOrd="0" presId="urn:microsoft.com/office/officeart/2005/8/layout/vList5"/>
    <dgm:cxn modelId="{86E6EF7B-D334-4D47-BBF3-219656208E8A}" type="presParOf" srcId="{057381F9-1012-4BE1-ABB2-A4AE76DD3EEB}" destId="{D18DE5C6-4541-433B-86FF-0101A931532E}" srcOrd="0" destOrd="0" presId="urn:microsoft.com/office/officeart/2005/8/layout/vList5"/>
    <dgm:cxn modelId="{2A936910-D4BD-43B2-8DE8-3818B34E6B84}" type="presParOf" srcId="{057381F9-1012-4BE1-ABB2-A4AE76DD3EEB}" destId="{C737CFA0-46DE-48C5-BCB3-6775DC652284}" srcOrd="1" destOrd="0" presId="urn:microsoft.com/office/officeart/2005/8/layout/vList5"/>
    <dgm:cxn modelId="{02A1B709-211B-42E2-82D1-1B2015F23E32}" type="presParOf" srcId="{44ABDD7E-E625-4C6A-9354-070CEA0CA923}" destId="{CCC4EF80-5881-4CD0-B734-26E48261C08F}" srcOrd="7" destOrd="0" presId="urn:microsoft.com/office/officeart/2005/8/layout/vList5"/>
    <dgm:cxn modelId="{FC3645EF-BFE6-4762-8869-9FCB6C3B5E6B}" type="presParOf" srcId="{44ABDD7E-E625-4C6A-9354-070CEA0CA923}" destId="{73B1CB58-02AE-4505-89F3-E78A72DACF31}" srcOrd="8" destOrd="0" presId="urn:microsoft.com/office/officeart/2005/8/layout/vList5"/>
    <dgm:cxn modelId="{5498CD20-DD7B-4B0C-BA20-35D91A5CC274}" type="presParOf" srcId="{73B1CB58-02AE-4505-89F3-E78A72DACF31}" destId="{73E1D047-2EA6-464A-8047-13F7687AFA42}" srcOrd="0" destOrd="0" presId="urn:microsoft.com/office/officeart/2005/8/layout/vList5"/>
    <dgm:cxn modelId="{E6F1BCB9-F8DD-4732-8120-0621040E031A}" type="presParOf" srcId="{73B1CB58-02AE-4505-89F3-E78A72DACF31}" destId="{5EE9C4FA-1774-4B78-9203-0D77735DCC2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19ABC3-7F26-4684-94AF-701488240AD9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39D73FA1-41F2-44DB-97D3-6D0D17F03A56}">
      <dgm:prSet/>
      <dgm:spPr/>
      <dgm:t>
        <a:bodyPr/>
        <a:lstStyle/>
        <a:p>
          <a:r>
            <a:rPr lang="en-IN" b="1"/>
            <a:t>Dataset Context</a:t>
          </a:r>
          <a:endParaRPr lang="en-IN"/>
        </a:p>
      </dgm:t>
    </dgm:pt>
    <dgm:pt modelId="{444A6A0C-8CBB-4206-ABE8-96FF655F93EA}" type="parTrans" cxnId="{A5ACE0B8-2068-4E5E-86FD-6FBB08F73F6F}">
      <dgm:prSet/>
      <dgm:spPr/>
      <dgm:t>
        <a:bodyPr/>
        <a:lstStyle/>
        <a:p>
          <a:endParaRPr lang="en-IN"/>
        </a:p>
      </dgm:t>
    </dgm:pt>
    <dgm:pt modelId="{0F9AA62F-5B8A-419E-A1E5-6A82A944FCC6}" type="sibTrans" cxnId="{A5ACE0B8-2068-4E5E-86FD-6FBB08F73F6F}">
      <dgm:prSet/>
      <dgm:spPr/>
      <dgm:t>
        <a:bodyPr/>
        <a:lstStyle/>
        <a:p>
          <a:endParaRPr lang="en-IN"/>
        </a:p>
      </dgm:t>
    </dgm:pt>
    <dgm:pt modelId="{6D0FDF18-A85F-44CC-9AF0-9A5CB985E655}">
      <dgm:prSet/>
      <dgm:spPr/>
      <dgm:t>
        <a:bodyPr/>
        <a:lstStyle/>
        <a:p>
          <a:r>
            <a:rPr lang="en-IN"/>
            <a:t>UCI Student Performance Dataset (Portuguese schools) </a:t>
          </a:r>
        </a:p>
      </dgm:t>
    </dgm:pt>
    <dgm:pt modelId="{32DD5FBD-8B0B-48F4-A114-AD069B25D248}" type="parTrans" cxnId="{648EE278-EDAC-431D-B7B1-BAFBD4D0E542}">
      <dgm:prSet/>
      <dgm:spPr/>
      <dgm:t>
        <a:bodyPr/>
        <a:lstStyle/>
        <a:p>
          <a:endParaRPr lang="en-IN"/>
        </a:p>
      </dgm:t>
    </dgm:pt>
    <dgm:pt modelId="{DA2500EC-B1B2-4028-AE80-2522B5156754}" type="sibTrans" cxnId="{648EE278-EDAC-431D-B7B1-BAFBD4D0E542}">
      <dgm:prSet/>
      <dgm:spPr/>
      <dgm:t>
        <a:bodyPr/>
        <a:lstStyle/>
        <a:p>
          <a:endParaRPr lang="en-IN"/>
        </a:p>
      </dgm:t>
    </dgm:pt>
    <dgm:pt modelId="{ED49216A-3D47-4FB1-A871-977A02D2FF07}">
      <dgm:prSet/>
      <dgm:spPr/>
      <dgm:t>
        <a:bodyPr/>
        <a:lstStyle/>
        <a:p>
          <a:r>
            <a:rPr lang="en-IN"/>
            <a:t>Two datasets: </a:t>
          </a:r>
          <a:r>
            <a:rPr lang="en-IN" b="1"/>
            <a:t>Mathematics (395)</a:t>
          </a:r>
          <a:r>
            <a:rPr lang="en-IN"/>
            <a:t> + </a:t>
          </a:r>
          <a:r>
            <a:rPr lang="en-IN" b="1"/>
            <a:t>Portuguese (649)</a:t>
          </a:r>
          <a:r>
            <a:rPr lang="en-IN"/>
            <a:t> </a:t>
          </a:r>
        </a:p>
      </dgm:t>
    </dgm:pt>
    <dgm:pt modelId="{956EAE61-80BC-4963-BEE9-7E7A4BD0F90E}" type="parTrans" cxnId="{BC1DDB86-815F-4DF6-8C8D-A6EF9B7A118B}">
      <dgm:prSet/>
      <dgm:spPr/>
      <dgm:t>
        <a:bodyPr/>
        <a:lstStyle/>
        <a:p>
          <a:endParaRPr lang="en-IN"/>
        </a:p>
      </dgm:t>
    </dgm:pt>
    <dgm:pt modelId="{8CF11AA2-F56A-43B6-BB36-A26D1545FC83}" type="sibTrans" cxnId="{BC1DDB86-815F-4DF6-8C8D-A6EF9B7A118B}">
      <dgm:prSet/>
      <dgm:spPr/>
      <dgm:t>
        <a:bodyPr/>
        <a:lstStyle/>
        <a:p>
          <a:endParaRPr lang="en-IN"/>
        </a:p>
      </dgm:t>
    </dgm:pt>
    <dgm:pt modelId="{3A4DDA9E-6F06-4ACB-B4F8-6A017B093071}">
      <dgm:prSet/>
      <dgm:spPr/>
      <dgm:t>
        <a:bodyPr/>
        <a:lstStyle/>
        <a:p>
          <a:r>
            <a:rPr lang="en-IN"/>
            <a:t>Combined into </a:t>
          </a:r>
          <a:r>
            <a:rPr lang="en-IN" b="1"/>
            <a:t>1044 records</a:t>
          </a:r>
          <a:r>
            <a:rPr lang="en-IN"/>
            <a:t> with subject indicator </a:t>
          </a:r>
          <a:br>
            <a:rPr lang="en-IN"/>
          </a:br>
          <a:endParaRPr lang="en-IN"/>
        </a:p>
      </dgm:t>
    </dgm:pt>
    <dgm:pt modelId="{AADC596C-B895-420D-918A-9C16834DF6BC}" type="parTrans" cxnId="{F396681D-64BE-4753-8B45-B194A701FA5C}">
      <dgm:prSet/>
      <dgm:spPr/>
      <dgm:t>
        <a:bodyPr/>
        <a:lstStyle/>
        <a:p>
          <a:endParaRPr lang="en-IN"/>
        </a:p>
      </dgm:t>
    </dgm:pt>
    <dgm:pt modelId="{C9E8A1A7-32B1-4A6A-BD1F-FE353BF9163F}" type="sibTrans" cxnId="{F396681D-64BE-4753-8B45-B194A701FA5C}">
      <dgm:prSet/>
      <dgm:spPr/>
      <dgm:t>
        <a:bodyPr/>
        <a:lstStyle/>
        <a:p>
          <a:endParaRPr lang="en-IN"/>
        </a:p>
      </dgm:t>
    </dgm:pt>
    <dgm:pt modelId="{ABAFBA24-1F45-4A8F-9004-0025BA2E60FA}">
      <dgm:prSet/>
      <dgm:spPr/>
      <dgm:t>
        <a:bodyPr/>
        <a:lstStyle/>
        <a:p>
          <a:r>
            <a:rPr lang="en-IN" b="1"/>
            <a:t>Feature Overview</a:t>
          </a:r>
          <a:endParaRPr lang="en-IN"/>
        </a:p>
      </dgm:t>
    </dgm:pt>
    <dgm:pt modelId="{9BAE39EC-3C9A-4914-B0C4-C3D42BFB5DFF}" type="parTrans" cxnId="{89B003D2-7089-4D47-B3BD-D19A57BF6675}">
      <dgm:prSet/>
      <dgm:spPr/>
      <dgm:t>
        <a:bodyPr/>
        <a:lstStyle/>
        <a:p>
          <a:endParaRPr lang="en-IN"/>
        </a:p>
      </dgm:t>
    </dgm:pt>
    <dgm:pt modelId="{FC054FB6-107A-4897-B0A5-908B23C781D2}" type="sibTrans" cxnId="{89B003D2-7089-4D47-B3BD-D19A57BF6675}">
      <dgm:prSet/>
      <dgm:spPr/>
      <dgm:t>
        <a:bodyPr/>
        <a:lstStyle/>
        <a:p>
          <a:endParaRPr lang="en-IN"/>
        </a:p>
      </dgm:t>
    </dgm:pt>
    <dgm:pt modelId="{1FE60F68-B980-424C-8DC9-04B331161A74}">
      <dgm:prSet/>
      <dgm:spPr/>
      <dgm:t>
        <a:bodyPr/>
        <a:lstStyle/>
        <a:p>
          <a:r>
            <a:rPr lang="en-IN"/>
            <a:t>~30 features across: </a:t>
          </a:r>
        </a:p>
      </dgm:t>
    </dgm:pt>
    <dgm:pt modelId="{49B353B0-7884-4215-A406-2389086E4769}" type="parTrans" cxnId="{1F76A74A-4357-4269-97E9-14413099109E}">
      <dgm:prSet/>
      <dgm:spPr/>
      <dgm:t>
        <a:bodyPr/>
        <a:lstStyle/>
        <a:p>
          <a:endParaRPr lang="en-IN"/>
        </a:p>
      </dgm:t>
    </dgm:pt>
    <dgm:pt modelId="{18B12CB2-85B7-4C6A-90E8-CC70824C65E3}" type="sibTrans" cxnId="{1F76A74A-4357-4269-97E9-14413099109E}">
      <dgm:prSet/>
      <dgm:spPr/>
      <dgm:t>
        <a:bodyPr/>
        <a:lstStyle/>
        <a:p>
          <a:endParaRPr lang="en-IN"/>
        </a:p>
      </dgm:t>
    </dgm:pt>
    <dgm:pt modelId="{63EF4C71-4A99-404A-A507-BCA8DA626864}">
      <dgm:prSet/>
      <dgm:spPr/>
      <dgm:t>
        <a:bodyPr/>
        <a:lstStyle/>
        <a:p>
          <a:r>
            <a:rPr lang="en-IN" b="1"/>
            <a:t>Demographic:</a:t>
          </a:r>
          <a:r>
            <a:rPr lang="en-IN"/>
            <a:t> Age, gender, family background </a:t>
          </a:r>
        </a:p>
      </dgm:t>
    </dgm:pt>
    <dgm:pt modelId="{E5D5CB5D-51DE-4865-9E28-B28C2B754A89}" type="parTrans" cxnId="{519F23AD-90C0-46D6-BAA0-53E2158A87D4}">
      <dgm:prSet/>
      <dgm:spPr/>
      <dgm:t>
        <a:bodyPr/>
        <a:lstStyle/>
        <a:p>
          <a:endParaRPr lang="en-IN"/>
        </a:p>
      </dgm:t>
    </dgm:pt>
    <dgm:pt modelId="{28AFDBDD-D8AC-4B43-B402-7E3E41B80C17}" type="sibTrans" cxnId="{519F23AD-90C0-46D6-BAA0-53E2158A87D4}">
      <dgm:prSet/>
      <dgm:spPr/>
      <dgm:t>
        <a:bodyPr/>
        <a:lstStyle/>
        <a:p>
          <a:endParaRPr lang="en-IN"/>
        </a:p>
      </dgm:t>
    </dgm:pt>
    <dgm:pt modelId="{D79277DE-D8DB-4B48-A705-785E11B82EAF}">
      <dgm:prSet/>
      <dgm:spPr/>
      <dgm:t>
        <a:bodyPr/>
        <a:lstStyle/>
        <a:p>
          <a:r>
            <a:rPr lang="en-IN" b="1"/>
            <a:t>Academic:</a:t>
          </a:r>
          <a:r>
            <a:rPr lang="en-IN"/>
            <a:t> Study time, past failures, school support </a:t>
          </a:r>
        </a:p>
      </dgm:t>
    </dgm:pt>
    <dgm:pt modelId="{EA51F40B-9FFF-472F-8826-9854EB06254B}" type="parTrans" cxnId="{24C6D916-6979-448E-BA88-255B955852FD}">
      <dgm:prSet/>
      <dgm:spPr/>
      <dgm:t>
        <a:bodyPr/>
        <a:lstStyle/>
        <a:p>
          <a:endParaRPr lang="en-IN"/>
        </a:p>
      </dgm:t>
    </dgm:pt>
    <dgm:pt modelId="{F066A729-255B-4EBA-AE8D-52EDA3F514C0}" type="sibTrans" cxnId="{24C6D916-6979-448E-BA88-255B955852FD}">
      <dgm:prSet/>
      <dgm:spPr/>
      <dgm:t>
        <a:bodyPr/>
        <a:lstStyle/>
        <a:p>
          <a:endParaRPr lang="en-IN"/>
        </a:p>
      </dgm:t>
    </dgm:pt>
    <dgm:pt modelId="{4E0E2ED0-B583-4259-BBC3-FADBB62E0D1E}">
      <dgm:prSet/>
      <dgm:spPr/>
      <dgm:t>
        <a:bodyPr/>
        <a:lstStyle/>
        <a:p>
          <a:r>
            <a:rPr lang="en-IN" b="1"/>
            <a:t>Lifestyle:</a:t>
          </a:r>
          <a:r>
            <a:rPr lang="en-IN"/>
            <a:t> Alcohol use, free time, social activity </a:t>
          </a:r>
        </a:p>
      </dgm:t>
    </dgm:pt>
    <dgm:pt modelId="{7EB5435A-9BFB-4BB0-8497-FD07DF23AA42}" type="parTrans" cxnId="{9CEBF3ED-707A-4BDE-A6B0-501E4187A61F}">
      <dgm:prSet/>
      <dgm:spPr/>
      <dgm:t>
        <a:bodyPr/>
        <a:lstStyle/>
        <a:p>
          <a:endParaRPr lang="en-IN"/>
        </a:p>
      </dgm:t>
    </dgm:pt>
    <dgm:pt modelId="{93F73A80-6DFB-4CBB-985E-CB5999FC32C3}" type="sibTrans" cxnId="{9CEBF3ED-707A-4BDE-A6B0-501E4187A61F}">
      <dgm:prSet/>
      <dgm:spPr/>
      <dgm:t>
        <a:bodyPr/>
        <a:lstStyle/>
        <a:p>
          <a:endParaRPr lang="en-IN"/>
        </a:p>
      </dgm:t>
    </dgm:pt>
    <dgm:pt modelId="{53E36B5E-E07F-4438-BCDB-3B539EEA5F9A}">
      <dgm:prSet/>
      <dgm:spPr/>
      <dgm:t>
        <a:bodyPr/>
        <a:lstStyle/>
        <a:p>
          <a:r>
            <a:rPr lang="en-IN" b="1"/>
            <a:t>Target:</a:t>
          </a:r>
          <a:r>
            <a:rPr lang="en-IN"/>
            <a:t> G3 (Final Grade: 0–20) </a:t>
          </a:r>
        </a:p>
      </dgm:t>
    </dgm:pt>
    <dgm:pt modelId="{DEE66A29-8479-4086-A5BC-ED8A2385E8A2}" type="parTrans" cxnId="{3CC6C99A-B172-47C1-A3CA-48C9A061C427}">
      <dgm:prSet/>
      <dgm:spPr/>
      <dgm:t>
        <a:bodyPr/>
        <a:lstStyle/>
        <a:p>
          <a:endParaRPr lang="en-IN"/>
        </a:p>
      </dgm:t>
    </dgm:pt>
    <dgm:pt modelId="{AEE6C991-C8B1-47AD-B94A-D70AAF7AA1FA}" type="sibTrans" cxnId="{3CC6C99A-B172-47C1-A3CA-48C9A061C427}">
      <dgm:prSet/>
      <dgm:spPr/>
      <dgm:t>
        <a:bodyPr/>
        <a:lstStyle/>
        <a:p>
          <a:endParaRPr lang="en-IN"/>
        </a:p>
      </dgm:t>
    </dgm:pt>
    <dgm:pt modelId="{70F97171-E21B-4482-B935-647DC696A2B2}">
      <dgm:prSet/>
      <dgm:spPr/>
      <dgm:t>
        <a:bodyPr/>
        <a:lstStyle/>
        <a:p>
          <a:r>
            <a:rPr lang="en-IN" b="1"/>
            <a:t>Leakage Control:</a:t>
          </a:r>
          <a:r>
            <a:rPr lang="en-IN"/>
            <a:t> G1 &amp; G2 removed </a:t>
          </a:r>
          <a:br>
            <a:rPr lang="en-IN"/>
          </a:br>
          <a:endParaRPr lang="en-IN"/>
        </a:p>
      </dgm:t>
    </dgm:pt>
    <dgm:pt modelId="{B78362F2-6EA9-4968-B48D-E8F41C987872}" type="parTrans" cxnId="{08951A3E-FF91-4593-94DA-2D4BB0355B62}">
      <dgm:prSet/>
      <dgm:spPr/>
      <dgm:t>
        <a:bodyPr/>
        <a:lstStyle/>
        <a:p>
          <a:endParaRPr lang="en-IN"/>
        </a:p>
      </dgm:t>
    </dgm:pt>
    <dgm:pt modelId="{1D52DAD3-4CFE-448B-B45C-9C6AF5749842}" type="sibTrans" cxnId="{08951A3E-FF91-4593-94DA-2D4BB0355B62}">
      <dgm:prSet/>
      <dgm:spPr/>
      <dgm:t>
        <a:bodyPr/>
        <a:lstStyle/>
        <a:p>
          <a:endParaRPr lang="en-IN"/>
        </a:p>
      </dgm:t>
    </dgm:pt>
    <dgm:pt modelId="{7863B70D-AAE1-46D7-876E-CBCD73BF1B96}">
      <dgm:prSet/>
      <dgm:spPr/>
      <dgm:t>
        <a:bodyPr/>
        <a:lstStyle/>
        <a:p>
          <a:r>
            <a:rPr lang="en-IN" b="1"/>
            <a:t>Data Quality</a:t>
          </a:r>
          <a:endParaRPr lang="en-IN"/>
        </a:p>
      </dgm:t>
    </dgm:pt>
    <dgm:pt modelId="{BE870270-D696-4DE7-8EA6-2AD98C1372CB}" type="parTrans" cxnId="{71754C30-FD43-4B79-B4DA-6C06998F6D2C}">
      <dgm:prSet/>
      <dgm:spPr/>
      <dgm:t>
        <a:bodyPr/>
        <a:lstStyle/>
        <a:p>
          <a:endParaRPr lang="en-IN"/>
        </a:p>
      </dgm:t>
    </dgm:pt>
    <dgm:pt modelId="{6277CC3D-7626-4953-ABB9-CA2C3D55569A}" type="sibTrans" cxnId="{71754C30-FD43-4B79-B4DA-6C06998F6D2C}">
      <dgm:prSet/>
      <dgm:spPr/>
      <dgm:t>
        <a:bodyPr/>
        <a:lstStyle/>
        <a:p>
          <a:endParaRPr lang="en-IN"/>
        </a:p>
      </dgm:t>
    </dgm:pt>
    <dgm:pt modelId="{6D556780-721D-405F-B361-9247895890FE}">
      <dgm:prSet/>
      <dgm:spPr/>
      <dgm:t>
        <a:bodyPr/>
        <a:lstStyle/>
        <a:p>
          <a:r>
            <a:rPr lang="en-IN"/>
            <a:t>No missing values </a:t>
          </a:r>
        </a:p>
      </dgm:t>
    </dgm:pt>
    <dgm:pt modelId="{F93B7732-666A-48DD-B1C4-E81A8ABEED21}" type="parTrans" cxnId="{0070F6DF-A233-4320-BB0F-F91BFC89FFAB}">
      <dgm:prSet/>
      <dgm:spPr/>
      <dgm:t>
        <a:bodyPr/>
        <a:lstStyle/>
        <a:p>
          <a:endParaRPr lang="en-IN"/>
        </a:p>
      </dgm:t>
    </dgm:pt>
    <dgm:pt modelId="{708C3ED8-7C1E-4120-A518-6DC8A196DBF0}" type="sibTrans" cxnId="{0070F6DF-A233-4320-BB0F-F91BFC89FFAB}">
      <dgm:prSet/>
      <dgm:spPr/>
      <dgm:t>
        <a:bodyPr/>
        <a:lstStyle/>
        <a:p>
          <a:endParaRPr lang="en-IN"/>
        </a:p>
      </dgm:t>
    </dgm:pt>
    <dgm:pt modelId="{C8A80952-CE5C-40B5-B986-6EEDE19E83C5}">
      <dgm:prSet/>
      <dgm:spPr/>
      <dgm:t>
        <a:bodyPr/>
        <a:lstStyle/>
        <a:p>
          <a:r>
            <a:rPr lang="en-IN" dirty="0"/>
            <a:t>Correct data types (categorical, ordinal, numeric) </a:t>
          </a:r>
        </a:p>
      </dgm:t>
    </dgm:pt>
    <dgm:pt modelId="{1BFC42FF-0B3F-4364-8157-18281B6C5A69}" type="parTrans" cxnId="{3C938521-5791-471D-9863-7B9D58854113}">
      <dgm:prSet/>
      <dgm:spPr/>
      <dgm:t>
        <a:bodyPr/>
        <a:lstStyle/>
        <a:p>
          <a:endParaRPr lang="en-IN"/>
        </a:p>
      </dgm:t>
    </dgm:pt>
    <dgm:pt modelId="{243A654D-0FDA-4856-BB75-1E4D1A6539B2}" type="sibTrans" cxnId="{3C938521-5791-471D-9863-7B9D58854113}">
      <dgm:prSet/>
      <dgm:spPr/>
      <dgm:t>
        <a:bodyPr/>
        <a:lstStyle/>
        <a:p>
          <a:endParaRPr lang="en-IN"/>
        </a:p>
      </dgm:t>
    </dgm:pt>
    <dgm:pt modelId="{A60A3BB7-B2E2-4DED-867F-0DFAED6609DB}">
      <dgm:prSet/>
      <dgm:spPr/>
      <dgm:t>
        <a:bodyPr/>
        <a:lstStyle/>
        <a:p>
          <a:r>
            <a:rPr lang="en-IN" dirty="0"/>
            <a:t>No duplicate records</a:t>
          </a:r>
        </a:p>
      </dgm:t>
    </dgm:pt>
    <dgm:pt modelId="{B52B0985-2C70-454C-8DD1-35E6C4027B23}" type="parTrans" cxnId="{B975174B-5B0D-4852-B47E-C36B37D9C8E4}">
      <dgm:prSet/>
      <dgm:spPr/>
      <dgm:t>
        <a:bodyPr/>
        <a:lstStyle/>
        <a:p>
          <a:endParaRPr lang="en-IN"/>
        </a:p>
      </dgm:t>
    </dgm:pt>
    <dgm:pt modelId="{FFC961D6-4DCB-4CF5-AD22-217DDF334A74}" type="sibTrans" cxnId="{B975174B-5B0D-4852-B47E-C36B37D9C8E4}">
      <dgm:prSet/>
      <dgm:spPr/>
      <dgm:t>
        <a:bodyPr/>
        <a:lstStyle/>
        <a:p>
          <a:endParaRPr lang="en-IN"/>
        </a:p>
      </dgm:t>
    </dgm:pt>
    <dgm:pt modelId="{4D352CDD-7748-40E2-95B6-C44105EFD383}">
      <dgm:prSet/>
      <dgm:spPr/>
      <dgm:t>
        <a:bodyPr/>
        <a:lstStyle/>
        <a:p>
          <a:r>
            <a:rPr lang="en-IN" b="1"/>
            <a:t>Quality Checks Performed</a:t>
          </a:r>
          <a:endParaRPr lang="en-IN"/>
        </a:p>
      </dgm:t>
    </dgm:pt>
    <dgm:pt modelId="{FDF991C8-B7C2-4947-9D18-EFEDB057E5F5}" type="parTrans" cxnId="{A5762284-0ED9-426D-A29E-1CC332F2EB3B}">
      <dgm:prSet/>
      <dgm:spPr/>
      <dgm:t>
        <a:bodyPr/>
        <a:lstStyle/>
        <a:p>
          <a:endParaRPr lang="en-IN"/>
        </a:p>
      </dgm:t>
    </dgm:pt>
    <dgm:pt modelId="{F41DAB80-FAD0-4E05-8BE5-2DBD6D581BCC}" type="sibTrans" cxnId="{A5762284-0ED9-426D-A29E-1CC332F2EB3B}">
      <dgm:prSet/>
      <dgm:spPr/>
      <dgm:t>
        <a:bodyPr/>
        <a:lstStyle/>
        <a:p>
          <a:endParaRPr lang="en-IN"/>
        </a:p>
      </dgm:t>
    </dgm:pt>
    <dgm:pt modelId="{EC4DE535-6F61-4CE9-A18A-B5CD0FF32340}">
      <dgm:prSet/>
      <dgm:spPr/>
      <dgm:t>
        <a:bodyPr/>
        <a:lstStyle/>
        <a:p>
          <a:r>
            <a:rPr lang="en-IN"/>
            <a:t>Schema &amp; merge validation </a:t>
          </a:r>
        </a:p>
      </dgm:t>
    </dgm:pt>
    <dgm:pt modelId="{39499A79-ACFA-4B4D-B6DE-D89E2E86B86A}" type="parTrans" cxnId="{44570CAD-7815-4B2F-882A-ACD4C4EA11B5}">
      <dgm:prSet/>
      <dgm:spPr/>
      <dgm:t>
        <a:bodyPr/>
        <a:lstStyle/>
        <a:p>
          <a:endParaRPr lang="en-IN"/>
        </a:p>
      </dgm:t>
    </dgm:pt>
    <dgm:pt modelId="{CC770FD0-61D4-4785-BE71-6A9A3D0C146D}" type="sibTrans" cxnId="{44570CAD-7815-4B2F-882A-ACD4C4EA11B5}">
      <dgm:prSet/>
      <dgm:spPr/>
      <dgm:t>
        <a:bodyPr/>
        <a:lstStyle/>
        <a:p>
          <a:endParaRPr lang="en-IN"/>
        </a:p>
      </dgm:t>
    </dgm:pt>
    <dgm:pt modelId="{AED1E47B-35F2-4319-9EDC-36A799A0A455}">
      <dgm:prSet/>
      <dgm:spPr/>
      <dgm:t>
        <a:bodyPr/>
        <a:lstStyle/>
        <a:p>
          <a:r>
            <a:rPr lang="en-IN"/>
            <a:t>Range checks (G3, absences) </a:t>
          </a:r>
        </a:p>
      </dgm:t>
    </dgm:pt>
    <dgm:pt modelId="{C6EB9FA5-479C-42AF-A77B-11C1CF66BAAA}" type="parTrans" cxnId="{8973F829-7404-4B80-9585-AA9D360227BB}">
      <dgm:prSet/>
      <dgm:spPr/>
      <dgm:t>
        <a:bodyPr/>
        <a:lstStyle/>
        <a:p>
          <a:endParaRPr lang="en-IN"/>
        </a:p>
      </dgm:t>
    </dgm:pt>
    <dgm:pt modelId="{ACF5A16B-3728-4FA1-98FD-527428C34993}" type="sibTrans" cxnId="{8973F829-7404-4B80-9585-AA9D360227BB}">
      <dgm:prSet/>
      <dgm:spPr/>
      <dgm:t>
        <a:bodyPr/>
        <a:lstStyle/>
        <a:p>
          <a:endParaRPr lang="en-IN"/>
        </a:p>
      </dgm:t>
    </dgm:pt>
    <dgm:pt modelId="{09D507FE-F321-4B1A-9D67-9D6A4712DA0D}">
      <dgm:prSet/>
      <dgm:spPr/>
      <dgm:t>
        <a:bodyPr/>
        <a:lstStyle/>
        <a:p>
          <a:r>
            <a:rPr lang="en-IN"/>
            <a:t>Feature validation (leakage removal)</a:t>
          </a:r>
        </a:p>
      </dgm:t>
    </dgm:pt>
    <dgm:pt modelId="{0E7CC2A7-6632-4544-B028-ED49E77A4309}" type="parTrans" cxnId="{5EAD84D4-9F74-4E7F-BE86-7CDC25921F37}">
      <dgm:prSet/>
      <dgm:spPr/>
      <dgm:t>
        <a:bodyPr/>
        <a:lstStyle/>
        <a:p>
          <a:endParaRPr lang="en-IN"/>
        </a:p>
      </dgm:t>
    </dgm:pt>
    <dgm:pt modelId="{789ACDC1-4321-42CA-92C0-0199999DAD15}" type="sibTrans" cxnId="{5EAD84D4-9F74-4E7F-BE86-7CDC25921F37}">
      <dgm:prSet/>
      <dgm:spPr/>
      <dgm:t>
        <a:bodyPr/>
        <a:lstStyle/>
        <a:p>
          <a:endParaRPr lang="en-IN"/>
        </a:p>
      </dgm:t>
    </dgm:pt>
    <dgm:pt modelId="{249371BA-B861-4BDD-AEE4-02E6FA85B474}">
      <dgm:prSet/>
      <dgm:spPr/>
      <dgm:t>
        <a:bodyPr/>
        <a:lstStyle/>
        <a:p>
          <a:r>
            <a:rPr lang="en-IN" dirty="0"/>
            <a:t>Handled Outliers</a:t>
          </a:r>
          <a:br>
            <a:rPr lang="en-IN" dirty="0"/>
          </a:br>
          <a:endParaRPr lang="en-IN" dirty="0"/>
        </a:p>
      </dgm:t>
    </dgm:pt>
    <dgm:pt modelId="{E78740DA-90C4-470D-919A-61F6A16CD0B2}" type="parTrans" cxnId="{EECB44B1-2E15-421D-901D-E824B56476A5}">
      <dgm:prSet/>
      <dgm:spPr/>
      <dgm:t>
        <a:bodyPr/>
        <a:lstStyle/>
        <a:p>
          <a:endParaRPr lang="en-IN"/>
        </a:p>
      </dgm:t>
    </dgm:pt>
    <dgm:pt modelId="{CACC1271-D21F-40B0-A654-51FECAEFAE96}" type="sibTrans" cxnId="{EECB44B1-2E15-421D-901D-E824B56476A5}">
      <dgm:prSet/>
      <dgm:spPr/>
      <dgm:t>
        <a:bodyPr/>
        <a:lstStyle/>
        <a:p>
          <a:endParaRPr lang="en-IN"/>
        </a:p>
      </dgm:t>
    </dgm:pt>
    <dgm:pt modelId="{55D3DF5F-D7B1-4B38-A6A0-2335EBBF320F}" type="pres">
      <dgm:prSet presAssocID="{7719ABC3-7F26-4684-94AF-701488240AD9}" presName="linear" presStyleCnt="0">
        <dgm:presLayoutVars>
          <dgm:animLvl val="lvl"/>
          <dgm:resizeHandles val="exact"/>
        </dgm:presLayoutVars>
      </dgm:prSet>
      <dgm:spPr/>
    </dgm:pt>
    <dgm:pt modelId="{B093830D-F988-4444-808E-C1B3E3AC5066}" type="pres">
      <dgm:prSet presAssocID="{39D73FA1-41F2-44DB-97D3-6D0D17F03A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B1D1829-1AC7-4DBD-B1C0-03125060FF6B}" type="pres">
      <dgm:prSet presAssocID="{39D73FA1-41F2-44DB-97D3-6D0D17F03A56}" presName="childText" presStyleLbl="revTx" presStyleIdx="0" presStyleCnt="4">
        <dgm:presLayoutVars>
          <dgm:bulletEnabled val="1"/>
        </dgm:presLayoutVars>
      </dgm:prSet>
      <dgm:spPr/>
    </dgm:pt>
    <dgm:pt modelId="{A4ADB5A5-92D2-441D-B1A9-DB508100A32A}" type="pres">
      <dgm:prSet presAssocID="{ABAFBA24-1F45-4A8F-9004-0025BA2E60F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717D2A3-B70F-45F8-90DD-DF713BEDDD96}" type="pres">
      <dgm:prSet presAssocID="{ABAFBA24-1F45-4A8F-9004-0025BA2E60FA}" presName="childText" presStyleLbl="revTx" presStyleIdx="1" presStyleCnt="4">
        <dgm:presLayoutVars>
          <dgm:bulletEnabled val="1"/>
        </dgm:presLayoutVars>
      </dgm:prSet>
      <dgm:spPr/>
    </dgm:pt>
    <dgm:pt modelId="{48DF1F51-84A9-4823-BE18-6EA839670EE5}" type="pres">
      <dgm:prSet presAssocID="{7863B70D-AAE1-46D7-876E-CBCD73BF1B9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61CB4E-9870-470A-A0F5-BD057E5114EE}" type="pres">
      <dgm:prSet presAssocID="{7863B70D-AAE1-46D7-876E-CBCD73BF1B96}" presName="childText" presStyleLbl="revTx" presStyleIdx="2" presStyleCnt="4">
        <dgm:presLayoutVars>
          <dgm:bulletEnabled val="1"/>
        </dgm:presLayoutVars>
      </dgm:prSet>
      <dgm:spPr/>
    </dgm:pt>
    <dgm:pt modelId="{F885468B-F421-4C2A-BB1D-823611A93BF1}" type="pres">
      <dgm:prSet presAssocID="{4D352CDD-7748-40E2-95B6-C44105EFD38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DF096FD-BD35-4E67-8EC1-95F44E445198}" type="pres">
      <dgm:prSet presAssocID="{4D352CDD-7748-40E2-95B6-C44105EFD383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1E140C07-A071-43D9-A178-B351EC58029D}" type="presOf" srcId="{7863B70D-AAE1-46D7-876E-CBCD73BF1B96}" destId="{48DF1F51-84A9-4823-BE18-6EA839670EE5}" srcOrd="0" destOrd="0" presId="urn:microsoft.com/office/officeart/2005/8/layout/vList2"/>
    <dgm:cxn modelId="{24C6D916-6979-448E-BA88-255B955852FD}" srcId="{1FE60F68-B980-424C-8DC9-04B331161A74}" destId="{D79277DE-D8DB-4B48-A705-785E11B82EAF}" srcOrd="1" destOrd="0" parTransId="{EA51F40B-9FFF-472F-8826-9854EB06254B}" sibTransId="{F066A729-255B-4EBA-AE8D-52EDA3F514C0}"/>
    <dgm:cxn modelId="{F396681D-64BE-4753-8B45-B194A701FA5C}" srcId="{39D73FA1-41F2-44DB-97D3-6D0D17F03A56}" destId="{3A4DDA9E-6F06-4ACB-B4F8-6A017B093071}" srcOrd="2" destOrd="0" parTransId="{AADC596C-B895-420D-918A-9C16834DF6BC}" sibTransId="{C9E8A1A7-32B1-4A6A-BD1F-FE353BF9163F}"/>
    <dgm:cxn modelId="{D06A691D-DFD0-4890-9B9A-FDF40645CA4E}" type="presOf" srcId="{EC4DE535-6F61-4CE9-A18A-B5CD0FF32340}" destId="{DDF096FD-BD35-4E67-8EC1-95F44E445198}" srcOrd="0" destOrd="0" presId="urn:microsoft.com/office/officeart/2005/8/layout/vList2"/>
    <dgm:cxn modelId="{3C938521-5791-471D-9863-7B9D58854113}" srcId="{7863B70D-AAE1-46D7-876E-CBCD73BF1B96}" destId="{C8A80952-CE5C-40B5-B986-6EEDE19E83C5}" srcOrd="1" destOrd="0" parTransId="{1BFC42FF-0B3F-4364-8157-18281B6C5A69}" sibTransId="{243A654D-0FDA-4856-BB75-1E4D1A6539B2}"/>
    <dgm:cxn modelId="{8973F829-7404-4B80-9585-AA9D360227BB}" srcId="{4D352CDD-7748-40E2-95B6-C44105EFD383}" destId="{AED1E47B-35F2-4319-9EDC-36A799A0A455}" srcOrd="1" destOrd="0" parTransId="{C6EB9FA5-479C-42AF-A77B-11C1CF66BAAA}" sibTransId="{ACF5A16B-3728-4FA1-98FD-527428C34993}"/>
    <dgm:cxn modelId="{71754C30-FD43-4B79-B4DA-6C06998F6D2C}" srcId="{7719ABC3-7F26-4684-94AF-701488240AD9}" destId="{7863B70D-AAE1-46D7-876E-CBCD73BF1B96}" srcOrd="2" destOrd="0" parTransId="{BE870270-D696-4DE7-8EA6-2AD98C1372CB}" sibTransId="{6277CC3D-7626-4953-ABB9-CA2C3D55569A}"/>
    <dgm:cxn modelId="{08951A3E-FF91-4593-94DA-2D4BB0355B62}" srcId="{ABAFBA24-1F45-4A8F-9004-0025BA2E60FA}" destId="{70F97171-E21B-4482-B935-647DC696A2B2}" srcOrd="2" destOrd="0" parTransId="{B78362F2-6EA9-4968-B48D-E8F41C987872}" sibTransId="{1D52DAD3-4CFE-448B-B45C-9C6AF5749842}"/>
    <dgm:cxn modelId="{4196AF5C-4E84-4300-A489-1000DB5DA3BA}" type="presOf" srcId="{ED49216A-3D47-4FB1-A871-977A02D2FF07}" destId="{5B1D1829-1AC7-4DBD-B1C0-03125060FF6B}" srcOrd="0" destOrd="1" presId="urn:microsoft.com/office/officeart/2005/8/layout/vList2"/>
    <dgm:cxn modelId="{2C4B0764-4434-43CC-B3DC-24C6E4ACBB0D}" type="presOf" srcId="{AED1E47B-35F2-4319-9EDC-36A799A0A455}" destId="{DDF096FD-BD35-4E67-8EC1-95F44E445198}" srcOrd="0" destOrd="1" presId="urn:microsoft.com/office/officeart/2005/8/layout/vList2"/>
    <dgm:cxn modelId="{51DB4A68-EE32-4009-B707-028E8CF7B3DA}" type="presOf" srcId="{4E0E2ED0-B583-4259-BBC3-FADBB62E0D1E}" destId="{C717D2A3-B70F-45F8-90DD-DF713BEDDD96}" srcOrd="0" destOrd="3" presId="urn:microsoft.com/office/officeart/2005/8/layout/vList2"/>
    <dgm:cxn modelId="{1F76A74A-4357-4269-97E9-14413099109E}" srcId="{ABAFBA24-1F45-4A8F-9004-0025BA2E60FA}" destId="{1FE60F68-B980-424C-8DC9-04B331161A74}" srcOrd="0" destOrd="0" parTransId="{49B353B0-7884-4215-A406-2389086E4769}" sibTransId="{18B12CB2-85B7-4C6A-90E8-CC70824C65E3}"/>
    <dgm:cxn modelId="{B975174B-5B0D-4852-B47E-C36B37D9C8E4}" srcId="{7863B70D-AAE1-46D7-876E-CBCD73BF1B96}" destId="{A60A3BB7-B2E2-4DED-867F-0DFAED6609DB}" srcOrd="2" destOrd="0" parTransId="{B52B0985-2C70-454C-8DD1-35E6C4027B23}" sibTransId="{FFC961D6-4DCB-4CF5-AD22-217DDF334A74}"/>
    <dgm:cxn modelId="{648EE278-EDAC-431D-B7B1-BAFBD4D0E542}" srcId="{39D73FA1-41F2-44DB-97D3-6D0D17F03A56}" destId="{6D0FDF18-A85F-44CC-9AF0-9A5CB985E655}" srcOrd="0" destOrd="0" parTransId="{32DD5FBD-8B0B-48F4-A114-AD069B25D248}" sibTransId="{DA2500EC-B1B2-4028-AE80-2522B5156754}"/>
    <dgm:cxn modelId="{DD4CCB7A-2E38-4667-BB60-13BFF08FB47E}" type="presOf" srcId="{A60A3BB7-B2E2-4DED-867F-0DFAED6609DB}" destId="{0E61CB4E-9870-470A-A0F5-BD057E5114EE}" srcOrd="0" destOrd="2" presId="urn:microsoft.com/office/officeart/2005/8/layout/vList2"/>
    <dgm:cxn modelId="{A5762284-0ED9-426D-A29E-1CC332F2EB3B}" srcId="{7719ABC3-7F26-4684-94AF-701488240AD9}" destId="{4D352CDD-7748-40E2-95B6-C44105EFD383}" srcOrd="3" destOrd="0" parTransId="{FDF991C8-B7C2-4947-9D18-EFEDB057E5F5}" sibTransId="{F41DAB80-FAD0-4E05-8BE5-2DBD6D581BCC}"/>
    <dgm:cxn modelId="{BC1DDB86-815F-4DF6-8C8D-A6EF9B7A118B}" srcId="{39D73FA1-41F2-44DB-97D3-6D0D17F03A56}" destId="{ED49216A-3D47-4FB1-A871-977A02D2FF07}" srcOrd="1" destOrd="0" parTransId="{956EAE61-80BC-4963-BEE9-7E7A4BD0F90E}" sibTransId="{8CF11AA2-F56A-43B6-BB36-A26D1545FC83}"/>
    <dgm:cxn modelId="{4BD3DE8C-B0E0-490A-B1C7-F811A78ECFC4}" type="presOf" srcId="{53E36B5E-E07F-4438-BCDB-3B539EEA5F9A}" destId="{C717D2A3-B70F-45F8-90DD-DF713BEDDD96}" srcOrd="0" destOrd="4" presId="urn:microsoft.com/office/officeart/2005/8/layout/vList2"/>
    <dgm:cxn modelId="{BD2AC197-E1C8-4BAC-8DD3-76CA921AAF11}" type="presOf" srcId="{63EF4C71-4A99-404A-A507-BCA8DA626864}" destId="{C717D2A3-B70F-45F8-90DD-DF713BEDDD96}" srcOrd="0" destOrd="1" presId="urn:microsoft.com/office/officeart/2005/8/layout/vList2"/>
    <dgm:cxn modelId="{46695E99-7940-42DA-8B15-BCE2CFB74798}" type="presOf" srcId="{09D507FE-F321-4B1A-9D67-9D6A4712DA0D}" destId="{DDF096FD-BD35-4E67-8EC1-95F44E445198}" srcOrd="0" destOrd="2" presId="urn:microsoft.com/office/officeart/2005/8/layout/vList2"/>
    <dgm:cxn modelId="{3CC6C99A-B172-47C1-A3CA-48C9A061C427}" srcId="{ABAFBA24-1F45-4A8F-9004-0025BA2E60FA}" destId="{53E36B5E-E07F-4438-BCDB-3B539EEA5F9A}" srcOrd="1" destOrd="0" parTransId="{DEE66A29-8479-4086-A5BC-ED8A2385E8A2}" sibTransId="{AEE6C991-C8B1-47AD-B94A-D70AAF7AA1FA}"/>
    <dgm:cxn modelId="{00E484A3-7D7A-4910-86AF-EFFA4757BFC2}" type="presOf" srcId="{D79277DE-D8DB-4B48-A705-785E11B82EAF}" destId="{C717D2A3-B70F-45F8-90DD-DF713BEDDD96}" srcOrd="0" destOrd="2" presId="urn:microsoft.com/office/officeart/2005/8/layout/vList2"/>
    <dgm:cxn modelId="{76AAD8AA-EB56-4DBE-A27D-6FC7F9923FA1}" type="presOf" srcId="{1FE60F68-B980-424C-8DC9-04B331161A74}" destId="{C717D2A3-B70F-45F8-90DD-DF713BEDDD96}" srcOrd="0" destOrd="0" presId="urn:microsoft.com/office/officeart/2005/8/layout/vList2"/>
    <dgm:cxn modelId="{44570CAD-7815-4B2F-882A-ACD4C4EA11B5}" srcId="{4D352CDD-7748-40E2-95B6-C44105EFD383}" destId="{EC4DE535-6F61-4CE9-A18A-B5CD0FF32340}" srcOrd="0" destOrd="0" parTransId="{39499A79-ACFA-4B4D-B6DE-D89E2E86B86A}" sibTransId="{CC770FD0-61D4-4785-BE71-6A9A3D0C146D}"/>
    <dgm:cxn modelId="{519F23AD-90C0-46D6-BAA0-53E2158A87D4}" srcId="{1FE60F68-B980-424C-8DC9-04B331161A74}" destId="{63EF4C71-4A99-404A-A507-BCA8DA626864}" srcOrd="0" destOrd="0" parTransId="{E5D5CB5D-51DE-4865-9E28-B28C2B754A89}" sibTransId="{28AFDBDD-D8AC-4B43-B402-7E3E41B80C17}"/>
    <dgm:cxn modelId="{473C8FAE-03E8-4AF8-B007-3F590336BE98}" type="presOf" srcId="{C8A80952-CE5C-40B5-B986-6EEDE19E83C5}" destId="{0E61CB4E-9870-470A-A0F5-BD057E5114EE}" srcOrd="0" destOrd="1" presId="urn:microsoft.com/office/officeart/2005/8/layout/vList2"/>
    <dgm:cxn modelId="{07FCF6AF-076E-4DE6-A3E5-C42D4E24B067}" type="presOf" srcId="{3A4DDA9E-6F06-4ACB-B4F8-6A017B093071}" destId="{5B1D1829-1AC7-4DBD-B1C0-03125060FF6B}" srcOrd="0" destOrd="2" presId="urn:microsoft.com/office/officeart/2005/8/layout/vList2"/>
    <dgm:cxn modelId="{EECB44B1-2E15-421D-901D-E824B56476A5}" srcId="{7863B70D-AAE1-46D7-876E-CBCD73BF1B96}" destId="{249371BA-B861-4BDD-AEE4-02E6FA85B474}" srcOrd="3" destOrd="0" parTransId="{E78740DA-90C4-470D-919A-61F6A16CD0B2}" sibTransId="{CACC1271-D21F-40B0-A654-51FECAEFAE96}"/>
    <dgm:cxn modelId="{E39F9FB3-695C-4BCF-9B05-2E09680C3A43}" type="presOf" srcId="{249371BA-B861-4BDD-AEE4-02E6FA85B474}" destId="{0E61CB4E-9870-470A-A0F5-BD057E5114EE}" srcOrd="0" destOrd="3" presId="urn:microsoft.com/office/officeart/2005/8/layout/vList2"/>
    <dgm:cxn modelId="{43327BB5-3C21-46EC-8689-7214BA5250AD}" type="presOf" srcId="{70F97171-E21B-4482-B935-647DC696A2B2}" destId="{C717D2A3-B70F-45F8-90DD-DF713BEDDD96}" srcOrd="0" destOrd="5" presId="urn:microsoft.com/office/officeart/2005/8/layout/vList2"/>
    <dgm:cxn modelId="{A5ACE0B8-2068-4E5E-86FD-6FBB08F73F6F}" srcId="{7719ABC3-7F26-4684-94AF-701488240AD9}" destId="{39D73FA1-41F2-44DB-97D3-6D0D17F03A56}" srcOrd="0" destOrd="0" parTransId="{444A6A0C-8CBB-4206-ABE8-96FF655F93EA}" sibTransId="{0F9AA62F-5B8A-419E-A1E5-6A82A944FCC6}"/>
    <dgm:cxn modelId="{2963FFC3-7E8B-4F49-84D3-13238974CC3E}" type="presOf" srcId="{4D352CDD-7748-40E2-95B6-C44105EFD383}" destId="{F885468B-F421-4C2A-BB1D-823611A93BF1}" srcOrd="0" destOrd="0" presId="urn:microsoft.com/office/officeart/2005/8/layout/vList2"/>
    <dgm:cxn modelId="{89B003D2-7089-4D47-B3BD-D19A57BF6675}" srcId="{7719ABC3-7F26-4684-94AF-701488240AD9}" destId="{ABAFBA24-1F45-4A8F-9004-0025BA2E60FA}" srcOrd="1" destOrd="0" parTransId="{9BAE39EC-3C9A-4914-B0C4-C3D42BFB5DFF}" sibTransId="{FC054FB6-107A-4897-B0A5-908B23C781D2}"/>
    <dgm:cxn modelId="{5EAD84D4-9F74-4E7F-BE86-7CDC25921F37}" srcId="{4D352CDD-7748-40E2-95B6-C44105EFD383}" destId="{09D507FE-F321-4B1A-9D67-9D6A4712DA0D}" srcOrd="2" destOrd="0" parTransId="{0E7CC2A7-6632-4544-B028-ED49E77A4309}" sibTransId="{789ACDC1-4321-42CA-92C0-0199999DAD15}"/>
    <dgm:cxn modelId="{EF1B29D5-4BBA-459C-8631-D3332933D0AA}" type="presOf" srcId="{6D556780-721D-405F-B361-9247895890FE}" destId="{0E61CB4E-9870-470A-A0F5-BD057E5114EE}" srcOrd="0" destOrd="0" presId="urn:microsoft.com/office/officeart/2005/8/layout/vList2"/>
    <dgm:cxn modelId="{0070F6DF-A233-4320-BB0F-F91BFC89FFAB}" srcId="{7863B70D-AAE1-46D7-876E-CBCD73BF1B96}" destId="{6D556780-721D-405F-B361-9247895890FE}" srcOrd="0" destOrd="0" parTransId="{F93B7732-666A-48DD-B1C4-E81A8ABEED21}" sibTransId="{708C3ED8-7C1E-4120-A518-6DC8A196DBF0}"/>
    <dgm:cxn modelId="{F6B79DE2-622F-4595-A963-4540FB443345}" type="presOf" srcId="{7719ABC3-7F26-4684-94AF-701488240AD9}" destId="{55D3DF5F-D7B1-4B38-A6A0-2335EBBF320F}" srcOrd="0" destOrd="0" presId="urn:microsoft.com/office/officeart/2005/8/layout/vList2"/>
    <dgm:cxn modelId="{9CEBF3ED-707A-4BDE-A6B0-501E4187A61F}" srcId="{1FE60F68-B980-424C-8DC9-04B331161A74}" destId="{4E0E2ED0-B583-4259-BBC3-FADBB62E0D1E}" srcOrd="2" destOrd="0" parTransId="{7EB5435A-9BFB-4BB0-8497-FD07DF23AA42}" sibTransId="{93F73A80-6DFB-4CBB-985E-CB5999FC32C3}"/>
    <dgm:cxn modelId="{424C7FF0-5468-4E2E-839A-5F0E2D60357E}" type="presOf" srcId="{39D73FA1-41F2-44DB-97D3-6D0D17F03A56}" destId="{B093830D-F988-4444-808E-C1B3E3AC5066}" srcOrd="0" destOrd="0" presId="urn:microsoft.com/office/officeart/2005/8/layout/vList2"/>
    <dgm:cxn modelId="{36777FF4-14A8-46AE-87A6-7BBEC5FB573E}" type="presOf" srcId="{6D0FDF18-A85F-44CC-9AF0-9A5CB985E655}" destId="{5B1D1829-1AC7-4DBD-B1C0-03125060FF6B}" srcOrd="0" destOrd="0" presId="urn:microsoft.com/office/officeart/2005/8/layout/vList2"/>
    <dgm:cxn modelId="{0B968DFF-F6C3-4BC5-A77A-B99274F604E6}" type="presOf" srcId="{ABAFBA24-1F45-4A8F-9004-0025BA2E60FA}" destId="{A4ADB5A5-92D2-441D-B1A9-DB508100A32A}" srcOrd="0" destOrd="0" presId="urn:microsoft.com/office/officeart/2005/8/layout/vList2"/>
    <dgm:cxn modelId="{8F9ACFA6-48FF-476F-8E9F-F7081BE5B80F}" type="presParOf" srcId="{55D3DF5F-D7B1-4B38-A6A0-2335EBBF320F}" destId="{B093830D-F988-4444-808E-C1B3E3AC5066}" srcOrd="0" destOrd="0" presId="urn:microsoft.com/office/officeart/2005/8/layout/vList2"/>
    <dgm:cxn modelId="{0C0558F0-E2D9-4D9D-BA76-63F0D91C13E4}" type="presParOf" srcId="{55D3DF5F-D7B1-4B38-A6A0-2335EBBF320F}" destId="{5B1D1829-1AC7-4DBD-B1C0-03125060FF6B}" srcOrd="1" destOrd="0" presId="urn:microsoft.com/office/officeart/2005/8/layout/vList2"/>
    <dgm:cxn modelId="{52505987-17AA-4BDF-94F1-7BB9E6A34F08}" type="presParOf" srcId="{55D3DF5F-D7B1-4B38-A6A0-2335EBBF320F}" destId="{A4ADB5A5-92D2-441D-B1A9-DB508100A32A}" srcOrd="2" destOrd="0" presId="urn:microsoft.com/office/officeart/2005/8/layout/vList2"/>
    <dgm:cxn modelId="{61E13AC8-3F02-407E-9D64-07F0A1E0FB8F}" type="presParOf" srcId="{55D3DF5F-D7B1-4B38-A6A0-2335EBBF320F}" destId="{C717D2A3-B70F-45F8-90DD-DF713BEDDD96}" srcOrd="3" destOrd="0" presId="urn:microsoft.com/office/officeart/2005/8/layout/vList2"/>
    <dgm:cxn modelId="{2A9205D3-8FB7-42A8-9650-F04A8AC28E1A}" type="presParOf" srcId="{55D3DF5F-D7B1-4B38-A6A0-2335EBBF320F}" destId="{48DF1F51-84A9-4823-BE18-6EA839670EE5}" srcOrd="4" destOrd="0" presId="urn:microsoft.com/office/officeart/2005/8/layout/vList2"/>
    <dgm:cxn modelId="{35AD9ACF-AF23-4481-9D5E-7F34479B7142}" type="presParOf" srcId="{55D3DF5F-D7B1-4B38-A6A0-2335EBBF320F}" destId="{0E61CB4E-9870-470A-A0F5-BD057E5114EE}" srcOrd="5" destOrd="0" presId="urn:microsoft.com/office/officeart/2005/8/layout/vList2"/>
    <dgm:cxn modelId="{411F992C-DECA-48FE-9AB7-4ECE64F7316A}" type="presParOf" srcId="{55D3DF5F-D7B1-4B38-A6A0-2335EBBF320F}" destId="{F885468B-F421-4C2A-BB1D-823611A93BF1}" srcOrd="6" destOrd="0" presId="urn:microsoft.com/office/officeart/2005/8/layout/vList2"/>
    <dgm:cxn modelId="{45A5837E-6111-4B18-895C-D77E7E1764F7}" type="presParOf" srcId="{55D3DF5F-D7B1-4B38-A6A0-2335EBBF320F}" destId="{DDF096FD-BD35-4E67-8EC1-95F44E445198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9F9D7F-A421-4CE0-9680-DDC87C51638F}" type="doc">
      <dgm:prSet loTypeId="urn:microsoft.com/office/officeart/2005/8/layout/process3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9431ECA9-CCD0-4BA8-A018-CEC899F52FA5}">
      <dgm:prSet custT="1"/>
      <dgm:spPr/>
      <dgm:t>
        <a:bodyPr/>
        <a:lstStyle/>
        <a:p>
          <a:r>
            <a:rPr lang="en-US" sz="1000" b="1"/>
            <a:t>Preprocessing Strategy</a:t>
          </a:r>
          <a:endParaRPr lang="en-IN" sz="1000"/>
        </a:p>
      </dgm:t>
    </dgm:pt>
    <dgm:pt modelId="{94527CC6-AC14-400E-AAB0-0B023D0ADE6B}" type="parTrans" cxnId="{08D60071-378E-41B9-B417-76B41F5A0BD5}">
      <dgm:prSet/>
      <dgm:spPr/>
      <dgm:t>
        <a:bodyPr/>
        <a:lstStyle/>
        <a:p>
          <a:endParaRPr lang="en-IN"/>
        </a:p>
      </dgm:t>
    </dgm:pt>
    <dgm:pt modelId="{60A74B64-7B7E-4E7C-BD4A-C49C761E5DEF}" type="sibTrans" cxnId="{08D60071-378E-41B9-B417-76B41F5A0BD5}">
      <dgm:prSet/>
      <dgm:spPr/>
      <dgm:t>
        <a:bodyPr/>
        <a:lstStyle/>
        <a:p>
          <a:endParaRPr lang="en-IN"/>
        </a:p>
      </dgm:t>
    </dgm:pt>
    <dgm:pt modelId="{3FB11DF0-B70B-436A-B9AE-DF7F5EB85697}">
      <dgm:prSet custT="1"/>
      <dgm:spPr/>
      <dgm:t>
        <a:bodyPr/>
        <a:lstStyle/>
        <a:p>
          <a:r>
            <a:rPr lang="en-US" sz="1000" b="1"/>
            <a:t>Encoding:</a:t>
          </a:r>
          <a:r>
            <a:rPr lang="en-US" sz="1000"/>
            <a:t> </a:t>
          </a:r>
          <a:endParaRPr lang="en-IN" sz="1000"/>
        </a:p>
      </dgm:t>
    </dgm:pt>
    <dgm:pt modelId="{A7F590F3-0B09-4451-8648-100C53D9FB88}" type="parTrans" cxnId="{0D9F944E-1A0B-4A4D-A799-8212B79CE815}">
      <dgm:prSet/>
      <dgm:spPr/>
      <dgm:t>
        <a:bodyPr/>
        <a:lstStyle/>
        <a:p>
          <a:endParaRPr lang="en-IN"/>
        </a:p>
      </dgm:t>
    </dgm:pt>
    <dgm:pt modelId="{982E6076-51D5-4FB4-A64A-464468DD2796}" type="sibTrans" cxnId="{0D9F944E-1A0B-4A4D-A799-8212B79CE815}">
      <dgm:prSet/>
      <dgm:spPr/>
      <dgm:t>
        <a:bodyPr/>
        <a:lstStyle/>
        <a:p>
          <a:endParaRPr lang="en-IN"/>
        </a:p>
      </dgm:t>
    </dgm:pt>
    <dgm:pt modelId="{E4FB8484-5AAB-411F-A1E5-671849D5B344}">
      <dgm:prSet custT="1"/>
      <dgm:spPr/>
      <dgm:t>
        <a:bodyPr/>
        <a:lstStyle/>
        <a:p>
          <a:r>
            <a:rPr lang="en-US" sz="1000"/>
            <a:t>Categorical → One-hot encoding </a:t>
          </a:r>
          <a:endParaRPr lang="en-IN" sz="1000"/>
        </a:p>
      </dgm:t>
    </dgm:pt>
    <dgm:pt modelId="{7B03C97B-BAA1-43AA-9F10-A850057A7EC8}" type="parTrans" cxnId="{1EF563DB-737C-4A89-BF24-6244D4C1D067}">
      <dgm:prSet/>
      <dgm:spPr/>
      <dgm:t>
        <a:bodyPr/>
        <a:lstStyle/>
        <a:p>
          <a:endParaRPr lang="en-IN"/>
        </a:p>
      </dgm:t>
    </dgm:pt>
    <dgm:pt modelId="{77BE51BE-FF43-4076-B7D5-F0629DB12F5D}" type="sibTrans" cxnId="{1EF563DB-737C-4A89-BF24-6244D4C1D067}">
      <dgm:prSet/>
      <dgm:spPr/>
      <dgm:t>
        <a:bodyPr/>
        <a:lstStyle/>
        <a:p>
          <a:endParaRPr lang="en-IN"/>
        </a:p>
      </dgm:t>
    </dgm:pt>
    <dgm:pt modelId="{69DF4E66-3229-4533-B227-CE820D5532E3}">
      <dgm:prSet custT="1"/>
      <dgm:spPr/>
      <dgm:t>
        <a:bodyPr/>
        <a:lstStyle/>
        <a:p>
          <a:r>
            <a:rPr lang="en-US" sz="1000" dirty="0"/>
            <a:t>Ordinal → Retained as numeric </a:t>
          </a:r>
          <a:endParaRPr lang="en-IN" sz="1000" dirty="0"/>
        </a:p>
      </dgm:t>
    </dgm:pt>
    <dgm:pt modelId="{1E23BABA-9788-4587-BBB8-ED334D4EFE1E}" type="parTrans" cxnId="{FA9F6F73-162F-4282-8BC8-1F2F5F1143A0}">
      <dgm:prSet/>
      <dgm:spPr/>
      <dgm:t>
        <a:bodyPr/>
        <a:lstStyle/>
        <a:p>
          <a:endParaRPr lang="en-IN"/>
        </a:p>
      </dgm:t>
    </dgm:pt>
    <dgm:pt modelId="{0750FC62-349B-4D72-9B7D-82412A9980EC}" type="sibTrans" cxnId="{FA9F6F73-162F-4282-8BC8-1F2F5F1143A0}">
      <dgm:prSet/>
      <dgm:spPr/>
      <dgm:t>
        <a:bodyPr/>
        <a:lstStyle/>
        <a:p>
          <a:endParaRPr lang="en-IN"/>
        </a:p>
      </dgm:t>
    </dgm:pt>
    <dgm:pt modelId="{040F5085-AD78-4F88-9D46-0E426296F01F}">
      <dgm:prSet custT="1"/>
      <dgm:spPr/>
      <dgm:t>
        <a:bodyPr/>
        <a:lstStyle/>
        <a:p>
          <a:r>
            <a:rPr lang="en-US" sz="1000"/>
            <a:t>Numeric → No transformation </a:t>
          </a:r>
          <a:endParaRPr lang="en-IN" sz="1000"/>
        </a:p>
      </dgm:t>
    </dgm:pt>
    <dgm:pt modelId="{60C290C5-2CB3-454A-ADC1-D59DEAA7E73E}" type="parTrans" cxnId="{0D9C1586-676C-47E5-9DDB-BC7FDD6DC56D}">
      <dgm:prSet/>
      <dgm:spPr/>
      <dgm:t>
        <a:bodyPr/>
        <a:lstStyle/>
        <a:p>
          <a:endParaRPr lang="en-IN"/>
        </a:p>
      </dgm:t>
    </dgm:pt>
    <dgm:pt modelId="{39F76226-ED80-41DF-96AF-6135181E5791}" type="sibTrans" cxnId="{0D9C1586-676C-47E5-9DDB-BC7FDD6DC56D}">
      <dgm:prSet/>
      <dgm:spPr/>
      <dgm:t>
        <a:bodyPr/>
        <a:lstStyle/>
        <a:p>
          <a:endParaRPr lang="en-IN"/>
        </a:p>
      </dgm:t>
    </dgm:pt>
    <dgm:pt modelId="{73C66CC0-BE87-46E7-9AEB-6EA622EC2B98}">
      <dgm:prSet custT="1"/>
      <dgm:spPr/>
      <dgm:t>
        <a:bodyPr/>
        <a:lstStyle/>
        <a:p>
          <a:r>
            <a:rPr lang="en-US" sz="1000" b="1"/>
            <a:t>Consistency:</a:t>
          </a:r>
          <a:r>
            <a:rPr lang="en-US" sz="1000"/>
            <a:t> </a:t>
          </a:r>
          <a:endParaRPr lang="en-IN" sz="1000"/>
        </a:p>
      </dgm:t>
    </dgm:pt>
    <dgm:pt modelId="{56032086-B0FE-4FD6-AC04-5590781842FD}" type="parTrans" cxnId="{EC6AECF4-892A-49AB-AF1A-CE633556C11D}">
      <dgm:prSet/>
      <dgm:spPr/>
      <dgm:t>
        <a:bodyPr/>
        <a:lstStyle/>
        <a:p>
          <a:endParaRPr lang="en-IN"/>
        </a:p>
      </dgm:t>
    </dgm:pt>
    <dgm:pt modelId="{7629A3BF-7E70-49D0-9BB1-A5ECACA99964}" type="sibTrans" cxnId="{EC6AECF4-892A-49AB-AF1A-CE633556C11D}">
      <dgm:prSet/>
      <dgm:spPr/>
      <dgm:t>
        <a:bodyPr/>
        <a:lstStyle/>
        <a:p>
          <a:endParaRPr lang="en-IN"/>
        </a:p>
      </dgm:t>
    </dgm:pt>
    <dgm:pt modelId="{267509FE-55B9-478A-BE8C-217212021A7C}">
      <dgm:prSet custT="1"/>
      <dgm:spPr/>
      <dgm:t>
        <a:bodyPr/>
        <a:lstStyle/>
        <a:p>
          <a:r>
            <a:rPr lang="en-US" sz="1000" dirty="0" err="1"/>
            <a:t>ColumnTransformer</a:t>
          </a:r>
          <a:r>
            <a:rPr lang="en-US" sz="1000" dirty="0"/>
            <a:t> pipeline used </a:t>
          </a:r>
          <a:endParaRPr lang="en-IN" sz="1000" dirty="0"/>
        </a:p>
      </dgm:t>
    </dgm:pt>
    <dgm:pt modelId="{9BF7D7BE-4957-42D3-A6B4-0DE78613A6C8}" type="parTrans" cxnId="{F4D11E21-499F-4CF4-B307-C557F3DF52EB}">
      <dgm:prSet/>
      <dgm:spPr/>
      <dgm:t>
        <a:bodyPr/>
        <a:lstStyle/>
        <a:p>
          <a:endParaRPr lang="en-IN"/>
        </a:p>
      </dgm:t>
    </dgm:pt>
    <dgm:pt modelId="{703F2BE5-CB39-48E4-9EBE-2789C9B4463A}" type="sibTrans" cxnId="{F4D11E21-499F-4CF4-B307-C557F3DF52EB}">
      <dgm:prSet/>
      <dgm:spPr/>
      <dgm:t>
        <a:bodyPr/>
        <a:lstStyle/>
        <a:p>
          <a:endParaRPr lang="en-IN"/>
        </a:p>
      </dgm:t>
    </dgm:pt>
    <dgm:pt modelId="{0043B3E2-F994-43BF-9942-CED11B9EBF3C}">
      <dgm:prSet custT="1"/>
      <dgm:spPr/>
      <dgm:t>
        <a:bodyPr/>
        <a:lstStyle/>
        <a:p>
          <a:r>
            <a:rPr lang="en-US" sz="1000"/>
            <a:t>Handles unseen categories &amp; aligns train-test features </a:t>
          </a:r>
          <a:endParaRPr lang="en-IN" sz="1000"/>
        </a:p>
      </dgm:t>
    </dgm:pt>
    <dgm:pt modelId="{70B7240C-4DBC-4157-95E7-9CAFEFB06B09}" type="parTrans" cxnId="{4A474286-9CE3-43F9-B3A0-9724CF0168D9}">
      <dgm:prSet/>
      <dgm:spPr/>
      <dgm:t>
        <a:bodyPr/>
        <a:lstStyle/>
        <a:p>
          <a:endParaRPr lang="en-IN"/>
        </a:p>
      </dgm:t>
    </dgm:pt>
    <dgm:pt modelId="{867449B2-4FB8-4AEE-9757-C9FF0BB11182}" type="sibTrans" cxnId="{4A474286-9CE3-43F9-B3A0-9724CF0168D9}">
      <dgm:prSet/>
      <dgm:spPr/>
      <dgm:t>
        <a:bodyPr/>
        <a:lstStyle/>
        <a:p>
          <a:endParaRPr lang="en-IN"/>
        </a:p>
      </dgm:t>
    </dgm:pt>
    <dgm:pt modelId="{934E86F1-F130-4CF4-BDD1-969503C3C362}">
      <dgm:prSet custT="1"/>
      <dgm:spPr/>
      <dgm:t>
        <a:bodyPr/>
        <a:lstStyle/>
        <a:p>
          <a:r>
            <a:rPr lang="en-US" sz="1000" b="1"/>
            <a:t>Leakage Prevention:</a:t>
          </a:r>
          <a:r>
            <a:rPr lang="en-US" sz="1000"/>
            <a:t> </a:t>
          </a:r>
          <a:endParaRPr lang="en-IN" sz="1000"/>
        </a:p>
      </dgm:t>
    </dgm:pt>
    <dgm:pt modelId="{3AEB2F52-1ED8-46B0-96C5-572CAB6F6504}" type="parTrans" cxnId="{9D8F2E33-3C46-48D8-BB8F-07C3CCC061BB}">
      <dgm:prSet/>
      <dgm:spPr/>
      <dgm:t>
        <a:bodyPr/>
        <a:lstStyle/>
        <a:p>
          <a:endParaRPr lang="en-IN"/>
        </a:p>
      </dgm:t>
    </dgm:pt>
    <dgm:pt modelId="{C41AF70A-1C41-4B41-8A00-17EF09F4B4AB}" type="sibTrans" cxnId="{9D8F2E33-3C46-48D8-BB8F-07C3CCC061BB}">
      <dgm:prSet/>
      <dgm:spPr/>
      <dgm:t>
        <a:bodyPr/>
        <a:lstStyle/>
        <a:p>
          <a:endParaRPr lang="en-IN"/>
        </a:p>
      </dgm:t>
    </dgm:pt>
    <dgm:pt modelId="{07B02D18-E273-4AC7-A798-493B4BD67A8A}">
      <dgm:prSet custT="1"/>
      <dgm:spPr/>
      <dgm:t>
        <a:bodyPr/>
        <a:lstStyle/>
        <a:p>
          <a:r>
            <a:rPr lang="en-US" sz="1000"/>
            <a:t>G1 &amp; G2 removed to ensure realistic predictions </a:t>
          </a:r>
          <a:br>
            <a:rPr lang="en-US" sz="1000"/>
          </a:br>
          <a:endParaRPr lang="en-IN" sz="1000"/>
        </a:p>
      </dgm:t>
    </dgm:pt>
    <dgm:pt modelId="{2C58C7E4-C05A-4164-9D1B-6EAC408981CF}" type="parTrans" cxnId="{3317D29A-9BF4-47A3-A631-39C97FCF6B95}">
      <dgm:prSet/>
      <dgm:spPr/>
      <dgm:t>
        <a:bodyPr/>
        <a:lstStyle/>
        <a:p>
          <a:endParaRPr lang="en-IN"/>
        </a:p>
      </dgm:t>
    </dgm:pt>
    <dgm:pt modelId="{E05C499A-919C-4862-9F38-841223729913}" type="sibTrans" cxnId="{3317D29A-9BF4-47A3-A631-39C97FCF6B95}">
      <dgm:prSet/>
      <dgm:spPr/>
      <dgm:t>
        <a:bodyPr/>
        <a:lstStyle/>
        <a:p>
          <a:endParaRPr lang="en-IN"/>
        </a:p>
      </dgm:t>
    </dgm:pt>
    <dgm:pt modelId="{6A76B9F7-4576-4C5E-987B-E35E792464E1}">
      <dgm:prSet custT="1"/>
      <dgm:spPr/>
      <dgm:t>
        <a:bodyPr/>
        <a:lstStyle/>
        <a:p>
          <a:r>
            <a:rPr lang="en-US" sz="1000" b="1"/>
            <a:t>Feature Engineering</a:t>
          </a:r>
          <a:endParaRPr lang="en-IN" sz="1000"/>
        </a:p>
      </dgm:t>
    </dgm:pt>
    <dgm:pt modelId="{1EA2D749-D219-47AD-8D19-F2DFF8A1896A}" type="parTrans" cxnId="{72CF6A46-9360-4D01-ABAC-AA8F7E4B7966}">
      <dgm:prSet/>
      <dgm:spPr/>
      <dgm:t>
        <a:bodyPr/>
        <a:lstStyle/>
        <a:p>
          <a:endParaRPr lang="en-IN"/>
        </a:p>
      </dgm:t>
    </dgm:pt>
    <dgm:pt modelId="{232594A0-FEC1-48BE-B94D-66C4E640025D}" type="sibTrans" cxnId="{72CF6A46-9360-4D01-ABAC-AA8F7E4B7966}">
      <dgm:prSet/>
      <dgm:spPr/>
      <dgm:t>
        <a:bodyPr/>
        <a:lstStyle/>
        <a:p>
          <a:endParaRPr lang="en-IN"/>
        </a:p>
      </dgm:t>
    </dgm:pt>
    <dgm:pt modelId="{06620F61-DA66-46FB-BCC3-AEC932E4956D}">
      <dgm:prSet custT="1"/>
      <dgm:spPr/>
      <dgm:t>
        <a:bodyPr/>
        <a:lstStyle/>
        <a:p>
          <a:r>
            <a:rPr lang="en-US" sz="1000" dirty="0"/>
            <a:t>Created derived features to capture hidden patterns: </a:t>
          </a:r>
          <a:endParaRPr lang="en-IN" sz="1000" dirty="0"/>
        </a:p>
      </dgm:t>
    </dgm:pt>
    <dgm:pt modelId="{E2B10CD8-D810-4AD6-B091-5A205A109CDD}" type="parTrans" cxnId="{10405CFF-C0CE-4190-BF84-041251C2FB9C}">
      <dgm:prSet/>
      <dgm:spPr/>
      <dgm:t>
        <a:bodyPr/>
        <a:lstStyle/>
        <a:p>
          <a:endParaRPr lang="en-IN"/>
        </a:p>
      </dgm:t>
    </dgm:pt>
    <dgm:pt modelId="{81045DE4-890C-4373-8A21-28FA4A55999B}" type="sibTrans" cxnId="{10405CFF-C0CE-4190-BF84-041251C2FB9C}">
      <dgm:prSet/>
      <dgm:spPr/>
      <dgm:t>
        <a:bodyPr/>
        <a:lstStyle/>
        <a:p>
          <a:endParaRPr lang="en-IN"/>
        </a:p>
      </dgm:t>
    </dgm:pt>
    <dgm:pt modelId="{0222AE6D-C60B-4969-B223-01EEA74B2EBD}">
      <dgm:prSet custT="1"/>
      <dgm:spPr/>
      <dgm:t>
        <a:bodyPr/>
        <a:lstStyle/>
        <a:p>
          <a:r>
            <a:rPr lang="en-US" sz="1000" b="1" dirty="0"/>
            <a:t>Support Score:</a:t>
          </a:r>
          <a:r>
            <a:rPr lang="en-US" sz="1000" dirty="0"/>
            <a:t> Family + school support </a:t>
          </a:r>
          <a:endParaRPr lang="en-IN" sz="1000" dirty="0"/>
        </a:p>
      </dgm:t>
    </dgm:pt>
    <dgm:pt modelId="{CCA7687E-CBA6-4B4D-8CC8-0882BBB024FA}" type="parTrans" cxnId="{49F52E02-0D54-400B-B808-19CAE07CDAE7}">
      <dgm:prSet/>
      <dgm:spPr/>
      <dgm:t>
        <a:bodyPr/>
        <a:lstStyle/>
        <a:p>
          <a:endParaRPr lang="en-IN"/>
        </a:p>
      </dgm:t>
    </dgm:pt>
    <dgm:pt modelId="{353E64B7-39C4-4209-9BE7-4575B1B121AF}" type="sibTrans" cxnId="{49F52E02-0D54-400B-B808-19CAE07CDAE7}">
      <dgm:prSet/>
      <dgm:spPr/>
      <dgm:t>
        <a:bodyPr/>
        <a:lstStyle/>
        <a:p>
          <a:endParaRPr lang="en-IN"/>
        </a:p>
      </dgm:t>
    </dgm:pt>
    <dgm:pt modelId="{4A733DA0-CB6C-43D3-AEAB-107823ED6869}">
      <dgm:prSet custT="1"/>
      <dgm:spPr/>
      <dgm:t>
        <a:bodyPr/>
        <a:lstStyle/>
        <a:p>
          <a:r>
            <a:rPr lang="en-US" sz="1000" b="1" dirty="0"/>
            <a:t>Attendance Risk:</a:t>
          </a:r>
          <a:r>
            <a:rPr lang="en-US" sz="1000" dirty="0"/>
            <a:t> High absences flag </a:t>
          </a:r>
          <a:endParaRPr lang="en-IN" sz="1000" dirty="0"/>
        </a:p>
      </dgm:t>
    </dgm:pt>
    <dgm:pt modelId="{AF5CBD8B-EE65-4AF9-84C0-656BB7D0079F}" type="parTrans" cxnId="{BE47D813-AA41-47D3-84FE-4476B6D1B7CB}">
      <dgm:prSet/>
      <dgm:spPr/>
      <dgm:t>
        <a:bodyPr/>
        <a:lstStyle/>
        <a:p>
          <a:endParaRPr lang="en-IN"/>
        </a:p>
      </dgm:t>
    </dgm:pt>
    <dgm:pt modelId="{EBD1274F-43C6-4E0A-9400-14E05D0070C7}" type="sibTrans" cxnId="{BE47D813-AA41-47D3-84FE-4476B6D1B7CB}">
      <dgm:prSet/>
      <dgm:spPr/>
      <dgm:t>
        <a:bodyPr/>
        <a:lstStyle/>
        <a:p>
          <a:endParaRPr lang="en-IN"/>
        </a:p>
      </dgm:t>
    </dgm:pt>
    <dgm:pt modelId="{D37A5C02-4807-4EFF-B891-794F11F4A4AD}">
      <dgm:prSet custT="1"/>
      <dgm:spPr/>
      <dgm:t>
        <a:bodyPr/>
        <a:lstStyle/>
        <a:p>
          <a:r>
            <a:rPr lang="en-US" sz="1000" b="1" dirty="0"/>
            <a:t>Lifestyle Index:</a:t>
          </a:r>
          <a:r>
            <a:rPr lang="en-US" sz="1000" dirty="0"/>
            <a:t> Alcohol + social activity </a:t>
          </a:r>
          <a:endParaRPr lang="en-IN" sz="1000" dirty="0"/>
        </a:p>
      </dgm:t>
    </dgm:pt>
    <dgm:pt modelId="{09E8EA4D-74B6-4803-BB08-7274DE152BEA}" type="parTrans" cxnId="{2071DF2B-BE24-433D-8BB8-31D658E92F96}">
      <dgm:prSet/>
      <dgm:spPr/>
      <dgm:t>
        <a:bodyPr/>
        <a:lstStyle/>
        <a:p>
          <a:endParaRPr lang="en-IN"/>
        </a:p>
      </dgm:t>
    </dgm:pt>
    <dgm:pt modelId="{F590669C-E44F-4061-BEEC-36F4B11355B2}" type="sibTrans" cxnId="{2071DF2B-BE24-433D-8BB8-31D658E92F96}">
      <dgm:prSet/>
      <dgm:spPr/>
      <dgm:t>
        <a:bodyPr/>
        <a:lstStyle/>
        <a:p>
          <a:endParaRPr lang="en-IN"/>
        </a:p>
      </dgm:t>
    </dgm:pt>
    <dgm:pt modelId="{3A4F0ECE-E236-47FD-A730-8AF630EAAB8C}">
      <dgm:prSet custT="1"/>
      <dgm:spPr/>
      <dgm:t>
        <a:bodyPr/>
        <a:lstStyle/>
        <a:p>
          <a:r>
            <a:rPr lang="en-US" sz="1000" b="1" dirty="0"/>
            <a:t>Study Load Index:</a:t>
          </a:r>
          <a:r>
            <a:rPr lang="en-US" sz="1000" dirty="0"/>
            <a:t> Study vs free time balance </a:t>
          </a:r>
          <a:endParaRPr lang="en-IN" sz="1000" dirty="0"/>
        </a:p>
      </dgm:t>
    </dgm:pt>
    <dgm:pt modelId="{16A3E872-2298-4BE1-AD7F-DBC1DC862E4C}" type="parTrans" cxnId="{1C7A6AA9-7DD5-400A-A990-414ECFC9622E}">
      <dgm:prSet/>
      <dgm:spPr/>
      <dgm:t>
        <a:bodyPr/>
        <a:lstStyle/>
        <a:p>
          <a:endParaRPr lang="en-IN"/>
        </a:p>
      </dgm:t>
    </dgm:pt>
    <dgm:pt modelId="{D98C31F1-BA0B-4691-8318-1F65E33F82FA}" type="sibTrans" cxnId="{1C7A6AA9-7DD5-400A-A990-414ECFC9622E}">
      <dgm:prSet/>
      <dgm:spPr/>
      <dgm:t>
        <a:bodyPr/>
        <a:lstStyle/>
        <a:p>
          <a:endParaRPr lang="en-IN"/>
        </a:p>
      </dgm:t>
    </dgm:pt>
    <dgm:pt modelId="{E176194D-96E6-4860-8166-C95CB6C277F4}">
      <dgm:prSet custT="1"/>
      <dgm:spPr/>
      <dgm:t>
        <a:bodyPr/>
        <a:lstStyle/>
        <a:p>
          <a:r>
            <a:rPr lang="en-US" sz="1000" b="1" dirty="0"/>
            <a:t>Failure Flag:</a:t>
          </a:r>
          <a:r>
            <a:rPr lang="en-US" sz="1000" dirty="0"/>
            <a:t> Past academic struggles </a:t>
          </a:r>
          <a:endParaRPr lang="en-IN" sz="1000" dirty="0"/>
        </a:p>
      </dgm:t>
    </dgm:pt>
    <dgm:pt modelId="{68E59525-2CE4-4DF5-8E10-81BA70F2651E}" type="parTrans" cxnId="{8A8B55F9-169C-43B6-A71C-78347837FF79}">
      <dgm:prSet/>
      <dgm:spPr/>
      <dgm:t>
        <a:bodyPr/>
        <a:lstStyle/>
        <a:p>
          <a:endParaRPr lang="en-IN"/>
        </a:p>
      </dgm:t>
    </dgm:pt>
    <dgm:pt modelId="{FA1632E0-0050-46A9-B332-5275FF59394C}" type="sibTrans" cxnId="{8A8B55F9-169C-43B6-A71C-78347837FF79}">
      <dgm:prSet/>
      <dgm:spPr/>
      <dgm:t>
        <a:bodyPr/>
        <a:lstStyle/>
        <a:p>
          <a:endParaRPr lang="en-IN"/>
        </a:p>
      </dgm:t>
    </dgm:pt>
    <dgm:pt modelId="{3B89BCF9-7ABF-41C5-B99E-2589964BE097}">
      <dgm:prSet custT="1"/>
      <dgm:spPr/>
      <dgm:t>
        <a:bodyPr/>
        <a:lstStyle/>
        <a:p>
          <a:r>
            <a:rPr lang="en-US" sz="1000" b="1" dirty="0"/>
            <a:t>Rationale</a:t>
          </a:r>
          <a:endParaRPr lang="en-IN" sz="1000" dirty="0"/>
        </a:p>
      </dgm:t>
    </dgm:pt>
    <dgm:pt modelId="{7EF4D681-6597-4DA2-8F78-949F5BD91AE1}" type="parTrans" cxnId="{8BD0E3FC-5FD1-4FB0-9709-A34D0CA815CE}">
      <dgm:prSet/>
      <dgm:spPr/>
      <dgm:t>
        <a:bodyPr/>
        <a:lstStyle/>
        <a:p>
          <a:endParaRPr lang="en-IN"/>
        </a:p>
      </dgm:t>
    </dgm:pt>
    <dgm:pt modelId="{939B3119-DC12-4A04-BE7E-98B465E7EF99}" type="sibTrans" cxnId="{8BD0E3FC-5FD1-4FB0-9709-A34D0CA815CE}">
      <dgm:prSet/>
      <dgm:spPr/>
      <dgm:t>
        <a:bodyPr/>
        <a:lstStyle/>
        <a:p>
          <a:endParaRPr lang="en-IN"/>
        </a:p>
      </dgm:t>
    </dgm:pt>
    <dgm:pt modelId="{FCB71456-F939-40FC-AEAC-D4A1E2FAF4C3}">
      <dgm:prSet custT="1"/>
      <dgm:spPr/>
      <dgm:t>
        <a:bodyPr/>
        <a:lstStyle/>
        <a:p>
          <a:r>
            <a:rPr lang="en-US" sz="1000"/>
            <a:t>Captures </a:t>
          </a:r>
          <a:r>
            <a:rPr lang="en-US" sz="1000" b="1"/>
            <a:t>behavioral, academic, and support factors</a:t>
          </a:r>
          <a:r>
            <a:rPr lang="en-US" sz="1000"/>
            <a:t> </a:t>
          </a:r>
          <a:endParaRPr lang="en-IN" sz="1000"/>
        </a:p>
      </dgm:t>
    </dgm:pt>
    <dgm:pt modelId="{D246F0E5-BF96-40E0-B198-004F9FA0A520}" type="parTrans" cxnId="{9A8E2B37-902F-43ED-BC2F-FBC3DB7AE936}">
      <dgm:prSet/>
      <dgm:spPr/>
      <dgm:t>
        <a:bodyPr/>
        <a:lstStyle/>
        <a:p>
          <a:endParaRPr lang="en-IN"/>
        </a:p>
      </dgm:t>
    </dgm:pt>
    <dgm:pt modelId="{64C1C64A-DBA7-4B4A-AB02-826A4C2DFEBC}" type="sibTrans" cxnId="{9A8E2B37-902F-43ED-BC2F-FBC3DB7AE936}">
      <dgm:prSet/>
      <dgm:spPr/>
      <dgm:t>
        <a:bodyPr/>
        <a:lstStyle/>
        <a:p>
          <a:endParaRPr lang="en-IN"/>
        </a:p>
      </dgm:t>
    </dgm:pt>
    <dgm:pt modelId="{7878AA15-9781-48E0-9066-DC6E6814F28C}">
      <dgm:prSet custT="1"/>
      <dgm:spPr/>
      <dgm:t>
        <a:bodyPr/>
        <a:lstStyle/>
        <a:p>
          <a:r>
            <a:rPr lang="en-US" sz="1000"/>
            <a:t>Improves model’s ability to detect </a:t>
          </a:r>
          <a:r>
            <a:rPr lang="en-US" sz="1000" b="1"/>
            <a:t>complex relationships</a:t>
          </a:r>
          <a:r>
            <a:rPr lang="en-US" sz="1000"/>
            <a:t> </a:t>
          </a:r>
          <a:br>
            <a:rPr lang="en-US" sz="1000"/>
          </a:br>
          <a:endParaRPr lang="en-IN" sz="1000"/>
        </a:p>
      </dgm:t>
    </dgm:pt>
    <dgm:pt modelId="{612E9A7C-5769-45D9-8D46-047F20D0A2B5}" type="parTrans" cxnId="{B28627F2-071F-467C-B56D-677BC151E392}">
      <dgm:prSet/>
      <dgm:spPr/>
      <dgm:t>
        <a:bodyPr/>
        <a:lstStyle/>
        <a:p>
          <a:endParaRPr lang="en-IN"/>
        </a:p>
      </dgm:t>
    </dgm:pt>
    <dgm:pt modelId="{E47AD0E2-4C55-4A92-AC96-5C3D06118CB9}" type="sibTrans" cxnId="{B28627F2-071F-467C-B56D-677BC151E392}">
      <dgm:prSet/>
      <dgm:spPr/>
      <dgm:t>
        <a:bodyPr/>
        <a:lstStyle/>
        <a:p>
          <a:endParaRPr lang="en-IN"/>
        </a:p>
      </dgm:t>
    </dgm:pt>
    <dgm:pt modelId="{C969519A-CC10-41B8-863D-AFB42FB1860B}">
      <dgm:prSet custT="1"/>
      <dgm:spPr/>
      <dgm:t>
        <a:bodyPr/>
        <a:lstStyle/>
        <a:p>
          <a:r>
            <a:rPr lang="en-US" sz="1000" b="1"/>
            <a:t>Final Feature Set</a:t>
          </a:r>
          <a:endParaRPr lang="en-IN" sz="1000"/>
        </a:p>
      </dgm:t>
    </dgm:pt>
    <dgm:pt modelId="{4688FE45-803A-415E-A899-B83F85865E2F}" type="parTrans" cxnId="{FFE44504-A479-4680-B1A6-7B1A0265D344}">
      <dgm:prSet/>
      <dgm:spPr/>
      <dgm:t>
        <a:bodyPr/>
        <a:lstStyle/>
        <a:p>
          <a:endParaRPr lang="en-IN"/>
        </a:p>
      </dgm:t>
    </dgm:pt>
    <dgm:pt modelId="{09F36C14-8437-4547-A6B0-AAD5BF7753B9}" type="sibTrans" cxnId="{FFE44504-A479-4680-B1A6-7B1A0265D344}">
      <dgm:prSet/>
      <dgm:spPr/>
      <dgm:t>
        <a:bodyPr/>
        <a:lstStyle/>
        <a:p>
          <a:endParaRPr lang="en-IN"/>
        </a:p>
      </dgm:t>
    </dgm:pt>
    <dgm:pt modelId="{F3FFB840-B42C-489C-80A2-06ACFEFAF14A}">
      <dgm:prSet custT="1"/>
      <dgm:spPr/>
      <dgm:t>
        <a:bodyPr/>
        <a:lstStyle/>
        <a:p>
          <a:r>
            <a:rPr lang="en-US" sz="1000"/>
            <a:t>Combination of encoded, original, and engineered features </a:t>
          </a:r>
          <a:endParaRPr lang="en-IN" sz="1000"/>
        </a:p>
      </dgm:t>
    </dgm:pt>
    <dgm:pt modelId="{51214F8A-1FD2-4DFE-A018-3EC0150CD7D1}" type="parTrans" cxnId="{305AA22E-602B-4881-8DA4-0BBF48BF8FEF}">
      <dgm:prSet/>
      <dgm:spPr/>
      <dgm:t>
        <a:bodyPr/>
        <a:lstStyle/>
        <a:p>
          <a:endParaRPr lang="en-IN"/>
        </a:p>
      </dgm:t>
    </dgm:pt>
    <dgm:pt modelId="{708CDE3E-4128-4E02-9270-1E373CEE8C7C}" type="sibTrans" cxnId="{305AA22E-602B-4881-8DA4-0BBF48BF8FEF}">
      <dgm:prSet/>
      <dgm:spPr/>
      <dgm:t>
        <a:bodyPr/>
        <a:lstStyle/>
        <a:p>
          <a:endParaRPr lang="en-IN"/>
        </a:p>
      </dgm:t>
    </dgm:pt>
    <dgm:pt modelId="{5EEF0D83-2271-47C5-BB3C-9BE7FC6E15C5}">
      <dgm:prSet custT="1"/>
      <dgm:spPr/>
      <dgm:t>
        <a:bodyPr/>
        <a:lstStyle/>
        <a:p>
          <a:r>
            <a:rPr lang="en-US" sz="1000" dirty="0"/>
            <a:t>Pipeline saved for </a:t>
          </a:r>
          <a:r>
            <a:rPr lang="en-US" sz="1000" b="1" dirty="0"/>
            <a:t>reproducibility &amp; consistent deployment</a:t>
          </a:r>
          <a:endParaRPr lang="en-IN" sz="1000" dirty="0"/>
        </a:p>
      </dgm:t>
    </dgm:pt>
    <dgm:pt modelId="{1DE67A83-7CD3-4F09-8A99-67AC706DF4F3}" type="parTrans" cxnId="{9FBD86F5-DFAE-4E2C-968C-06947E7D158C}">
      <dgm:prSet/>
      <dgm:spPr/>
      <dgm:t>
        <a:bodyPr/>
        <a:lstStyle/>
        <a:p>
          <a:endParaRPr lang="en-IN"/>
        </a:p>
      </dgm:t>
    </dgm:pt>
    <dgm:pt modelId="{D457C0C7-0C34-41BE-A329-1B4AE211AE33}" type="sibTrans" cxnId="{9FBD86F5-DFAE-4E2C-968C-06947E7D158C}">
      <dgm:prSet/>
      <dgm:spPr/>
      <dgm:t>
        <a:bodyPr/>
        <a:lstStyle/>
        <a:p>
          <a:endParaRPr lang="en-IN"/>
        </a:p>
      </dgm:t>
    </dgm:pt>
    <dgm:pt modelId="{112E6664-FEBE-4CEE-A726-097BC9429CA9}" type="pres">
      <dgm:prSet presAssocID="{0D9F9D7F-A421-4CE0-9680-DDC87C51638F}" presName="linearFlow" presStyleCnt="0">
        <dgm:presLayoutVars>
          <dgm:dir/>
          <dgm:animLvl val="lvl"/>
          <dgm:resizeHandles val="exact"/>
        </dgm:presLayoutVars>
      </dgm:prSet>
      <dgm:spPr/>
    </dgm:pt>
    <dgm:pt modelId="{85D5F145-ECAD-4BE0-822C-8280B565B837}" type="pres">
      <dgm:prSet presAssocID="{9431ECA9-CCD0-4BA8-A018-CEC899F52FA5}" presName="composite" presStyleCnt="0"/>
      <dgm:spPr/>
    </dgm:pt>
    <dgm:pt modelId="{9527E29B-852D-4CAE-8C33-B1480386E8B4}" type="pres">
      <dgm:prSet presAssocID="{9431ECA9-CCD0-4BA8-A018-CEC899F52FA5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4CB7AE0-9303-41D5-9C80-11B27D333E26}" type="pres">
      <dgm:prSet presAssocID="{9431ECA9-CCD0-4BA8-A018-CEC899F52FA5}" presName="parSh" presStyleLbl="node1" presStyleIdx="0" presStyleCnt="4"/>
      <dgm:spPr/>
    </dgm:pt>
    <dgm:pt modelId="{0A0EF958-603E-4B5D-8FF6-06BC5D0067A8}" type="pres">
      <dgm:prSet presAssocID="{9431ECA9-CCD0-4BA8-A018-CEC899F52FA5}" presName="desTx" presStyleLbl="fgAcc1" presStyleIdx="0" presStyleCnt="4">
        <dgm:presLayoutVars>
          <dgm:bulletEnabled val="1"/>
        </dgm:presLayoutVars>
      </dgm:prSet>
      <dgm:spPr/>
    </dgm:pt>
    <dgm:pt modelId="{F09D18DA-9AAC-4D9A-85DF-CDA555F79785}" type="pres">
      <dgm:prSet presAssocID="{60A74B64-7B7E-4E7C-BD4A-C49C761E5DEF}" presName="sibTrans" presStyleLbl="sibTrans2D1" presStyleIdx="0" presStyleCnt="3"/>
      <dgm:spPr/>
    </dgm:pt>
    <dgm:pt modelId="{1DB8FD66-DED8-481D-9A15-8A7183C09EF6}" type="pres">
      <dgm:prSet presAssocID="{60A74B64-7B7E-4E7C-BD4A-C49C761E5DEF}" presName="connTx" presStyleLbl="sibTrans2D1" presStyleIdx="0" presStyleCnt="3"/>
      <dgm:spPr/>
    </dgm:pt>
    <dgm:pt modelId="{AE992065-CCBE-43E8-997D-6EFB7506FB45}" type="pres">
      <dgm:prSet presAssocID="{6A76B9F7-4576-4C5E-987B-E35E792464E1}" presName="composite" presStyleCnt="0"/>
      <dgm:spPr/>
    </dgm:pt>
    <dgm:pt modelId="{1F47969A-A44B-4752-9772-AE4D132CEB7E}" type="pres">
      <dgm:prSet presAssocID="{6A76B9F7-4576-4C5E-987B-E35E792464E1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2431FE8-FB7E-490F-9310-0433BB5D98B1}" type="pres">
      <dgm:prSet presAssocID="{6A76B9F7-4576-4C5E-987B-E35E792464E1}" presName="parSh" presStyleLbl="node1" presStyleIdx="1" presStyleCnt="4"/>
      <dgm:spPr/>
    </dgm:pt>
    <dgm:pt modelId="{1433FACA-6B2C-4FC1-A1C5-63DDC3E67E8F}" type="pres">
      <dgm:prSet presAssocID="{6A76B9F7-4576-4C5E-987B-E35E792464E1}" presName="desTx" presStyleLbl="fgAcc1" presStyleIdx="1" presStyleCnt="4">
        <dgm:presLayoutVars>
          <dgm:bulletEnabled val="1"/>
        </dgm:presLayoutVars>
      </dgm:prSet>
      <dgm:spPr/>
    </dgm:pt>
    <dgm:pt modelId="{D59EE038-3485-4F2D-8333-3052BC55AB9C}" type="pres">
      <dgm:prSet presAssocID="{232594A0-FEC1-48BE-B94D-66C4E640025D}" presName="sibTrans" presStyleLbl="sibTrans2D1" presStyleIdx="1" presStyleCnt="3"/>
      <dgm:spPr/>
    </dgm:pt>
    <dgm:pt modelId="{7BA26760-23A0-43CE-94F2-BF5429C37CC3}" type="pres">
      <dgm:prSet presAssocID="{232594A0-FEC1-48BE-B94D-66C4E640025D}" presName="connTx" presStyleLbl="sibTrans2D1" presStyleIdx="1" presStyleCnt="3"/>
      <dgm:spPr/>
    </dgm:pt>
    <dgm:pt modelId="{A508A05F-FA95-4579-A03E-11F24A4585B7}" type="pres">
      <dgm:prSet presAssocID="{3B89BCF9-7ABF-41C5-B99E-2589964BE097}" presName="composite" presStyleCnt="0"/>
      <dgm:spPr/>
    </dgm:pt>
    <dgm:pt modelId="{EE83CAAE-9BBF-49A4-816F-7D754FDF7657}" type="pres">
      <dgm:prSet presAssocID="{3B89BCF9-7ABF-41C5-B99E-2589964BE097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1D78723-67F3-46CC-BF8D-639368772995}" type="pres">
      <dgm:prSet presAssocID="{3B89BCF9-7ABF-41C5-B99E-2589964BE097}" presName="parSh" presStyleLbl="node1" presStyleIdx="2" presStyleCnt="4"/>
      <dgm:spPr/>
    </dgm:pt>
    <dgm:pt modelId="{034BE5B3-AE24-4CFA-958D-DB3794CE83E8}" type="pres">
      <dgm:prSet presAssocID="{3B89BCF9-7ABF-41C5-B99E-2589964BE097}" presName="desTx" presStyleLbl="fgAcc1" presStyleIdx="2" presStyleCnt="4">
        <dgm:presLayoutVars>
          <dgm:bulletEnabled val="1"/>
        </dgm:presLayoutVars>
      </dgm:prSet>
      <dgm:spPr/>
    </dgm:pt>
    <dgm:pt modelId="{FA42B93F-6F07-4A06-9394-C1AEFDAD134F}" type="pres">
      <dgm:prSet presAssocID="{939B3119-DC12-4A04-BE7E-98B465E7EF99}" presName="sibTrans" presStyleLbl="sibTrans2D1" presStyleIdx="2" presStyleCnt="3"/>
      <dgm:spPr/>
    </dgm:pt>
    <dgm:pt modelId="{6454A23E-840A-4132-BF73-B68F948D2D84}" type="pres">
      <dgm:prSet presAssocID="{939B3119-DC12-4A04-BE7E-98B465E7EF99}" presName="connTx" presStyleLbl="sibTrans2D1" presStyleIdx="2" presStyleCnt="3"/>
      <dgm:spPr/>
    </dgm:pt>
    <dgm:pt modelId="{EB3CEB14-C38C-4B37-BA4C-5AD1A919EFB2}" type="pres">
      <dgm:prSet presAssocID="{C969519A-CC10-41B8-863D-AFB42FB1860B}" presName="composite" presStyleCnt="0"/>
      <dgm:spPr/>
    </dgm:pt>
    <dgm:pt modelId="{A0187E77-27F2-4717-A610-0DEE2EF042A5}" type="pres">
      <dgm:prSet presAssocID="{C969519A-CC10-41B8-863D-AFB42FB1860B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18697C-EE0D-4867-AF4E-B24C50CE7775}" type="pres">
      <dgm:prSet presAssocID="{C969519A-CC10-41B8-863D-AFB42FB1860B}" presName="parSh" presStyleLbl="node1" presStyleIdx="3" presStyleCnt="4"/>
      <dgm:spPr/>
    </dgm:pt>
    <dgm:pt modelId="{2A0CCEF3-4CFB-4292-A1F1-DCF59FF6661F}" type="pres">
      <dgm:prSet presAssocID="{C969519A-CC10-41B8-863D-AFB42FB1860B}" presName="desTx" presStyleLbl="fgAcc1" presStyleIdx="3" presStyleCnt="4">
        <dgm:presLayoutVars>
          <dgm:bulletEnabled val="1"/>
        </dgm:presLayoutVars>
      </dgm:prSet>
      <dgm:spPr/>
    </dgm:pt>
  </dgm:ptLst>
  <dgm:cxnLst>
    <dgm:cxn modelId="{49F52E02-0D54-400B-B808-19CAE07CDAE7}" srcId="{06620F61-DA66-46FB-BCC3-AEC932E4956D}" destId="{0222AE6D-C60B-4969-B223-01EEA74B2EBD}" srcOrd="0" destOrd="0" parTransId="{CCA7687E-CBA6-4B4D-8CC8-0882BBB024FA}" sibTransId="{353E64B7-39C4-4209-9BE7-4575B1B121AF}"/>
    <dgm:cxn modelId="{FFE44504-A479-4680-B1A6-7B1A0265D344}" srcId="{0D9F9D7F-A421-4CE0-9680-DDC87C51638F}" destId="{C969519A-CC10-41B8-863D-AFB42FB1860B}" srcOrd="3" destOrd="0" parTransId="{4688FE45-803A-415E-A899-B83F85865E2F}" sibTransId="{09F36C14-8437-4547-A6B0-AAD5BF7753B9}"/>
    <dgm:cxn modelId="{4D348805-0367-4D92-89D2-6A3FA0AB6BEB}" type="presOf" srcId="{FCB71456-F939-40FC-AEAC-D4A1E2FAF4C3}" destId="{034BE5B3-AE24-4CFA-958D-DB3794CE83E8}" srcOrd="0" destOrd="0" presId="urn:microsoft.com/office/officeart/2005/8/layout/process3"/>
    <dgm:cxn modelId="{ED710C11-9C60-406F-A25A-294BD5660E25}" type="presOf" srcId="{07B02D18-E273-4AC7-A798-493B4BD67A8A}" destId="{0A0EF958-603E-4B5D-8FF6-06BC5D0067A8}" srcOrd="0" destOrd="8" presId="urn:microsoft.com/office/officeart/2005/8/layout/process3"/>
    <dgm:cxn modelId="{BE47D813-AA41-47D3-84FE-4476B6D1B7CB}" srcId="{06620F61-DA66-46FB-BCC3-AEC932E4956D}" destId="{4A733DA0-CB6C-43D3-AEAB-107823ED6869}" srcOrd="1" destOrd="0" parTransId="{AF5CBD8B-EE65-4AF9-84C0-656BB7D0079F}" sibTransId="{EBD1274F-43C6-4E0A-9400-14E05D0070C7}"/>
    <dgm:cxn modelId="{11A19B19-C815-49BF-A1DD-C81A90D5C028}" type="presOf" srcId="{939B3119-DC12-4A04-BE7E-98B465E7EF99}" destId="{6454A23E-840A-4132-BF73-B68F948D2D84}" srcOrd="1" destOrd="0" presId="urn:microsoft.com/office/officeart/2005/8/layout/process3"/>
    <dgm:cxn modelId="{62592D1F-33F2-4079-98D4-C5932FB6CE9C}" type="presOf" srcId="{3B89BCF9-7ABF-41C5-B99E-2589964BE097}" destId="{EE83CAAE-9BBF-49A4-816F-7D754FDF7657}" srcOrd="0" destOrd="0" presId="urn:microsoft.com/office/officeart/2005/8/layout/process3"/>
    <dgm:cxn modelId="{F4D11E21-499F-4CF4-B307-C557F3DF52EB}" srcId="{73C66CC0-BE87-46E7-9AEB-6EA622EC2B98}" destId="{267509FE-55B9-478A-BE8C-217212021A7C}" srcOrd="0" destOrd="0" parTransId="{9BF7D7BE-4957-42D3-A6B4-0DE78613A6C8}" sibTransId="{703F2BE5-CB39-48E4-9EBE-2789C9B4463A}"/>
    <dgm:cxn modelId="{2071DF2B-BE24-433D-8BB8-31D658E92F96}" srcId="{06620F61-DA66-46FB-BCC3-AEC932E4956D}" destId="{D37A5C02-4807-4EFF-B891-794F11F4A4AD}" srcOrd="2" destOrd="0" parTransId="{09E8EA4D-74B6-4803-BB08-7274DE152BEA}" sibTransId="{F590669C-E44F-4061-BEEC-36F4B11355B2}"/>
    <dgm:cxn modelId="{F37A912E-1CFB-4D09-988B-6024C0D7FFBA}" type="presOf" srcId="{7878AA15-9781-48E0-9066-DC6E6814F28C}" destId="{034BE5B3-AE24-4CFA-958D-DB3794CE83E8}" srcOrd="0" destOrd="1" presId="urn:microsoft.com/office/officeart/2005/8/layout/process3"/>
    <dgm:cxn modelId="{305AA22E-602B-4881-8DA4-0BBF48BF8FEF}" srcId="{C969519A-CC10-41B8-863D-AFB42FB1860B}" destId="{F3FFB840-B42C-489C-80A2-06ACFEFAF14A}" srcOrd="0" destOrd="0" parTransId="{51214F8A-1FD2-4DFE-A018-3EC0150CD7D1}" sibTransId="{708CDE3E-4128-4E02-9270-1E373CEE8C7C}"/>
    <dgm:cxn modelId="{FC3F1830-B2BE-487F-9DE9-D149D04C2C46}" type="presOf" srcId="{E4FB8484-5AAB-411F-A1E5-671849D5B344}" destId="{0A0EF958-603E-4B5D-8FF6-06BC5D0067A8}" srcOrd="0" destOrd="1" presId="urn:microsoft.com/office/officeart/2005/8/layout/process3"/>
    <dgm:cxn modelId="{9D8F2E33-3C46-48D8-BB8F-07C3CCC061BB}" srcId="{9431ECA9-CCD0-4BA8-A018-CEC899F52FA5}" destId="{934E86F1-F130-4CF4-BDD1-969503C3C362}" srcOrd="2" destOrd="0" parTransId="{3AEB2F52-1ED8-46B0-96C5-572CAB6F6504}" sibTransId="{C41AF70A-1C41-4B41-8A00-17EF09F4B4AB}"/>
    <dgm:cxn modelId="{724E3035-67C2-4273-8B8D-28C83329F9B4}" type="presOf" srcId="{60A74B64-7B7E-4E7C-BD4A-C49C761E5DEF}" destId="{F09D18DA-9AAC-4D9A-85DF-CDA555F79785}" srcOrd="0" destOrd="0" presId="urn:microsoft.com/office/officeart/2005/8/layout/process3"/>
    <dgm:cxn modelId="{9A8E2B37-902F-43ED-BC2F-FBC3DB7AE936}" srcId="{3B89BCF9-7ABF-41C5-B99E-2589964BE097}" destId="{FCB71456-F939-40FC-AEAC-D4A1E2FAF4C3}" srcOrd="0" destOrd="0" parTransId="{D246F0E5-BF96-40E0-B198-004F9FA0A520}" sibTransId="{64C1C64A-DBA7-4B4A-AB02-826A4C2DFEBC}"/>
    <dgm:cxn modelId="{A4BEA540-053C-4F99-AF38-F4B56A755E51}" type="presOf" srcId="{6A76B9F7-4576-4C5E-987B-E35E792464E1}" destId="{32431FE8-FB7E-490F-9310-0433BB5D98B1}" srcOrd="1" destOrd="0" presId="urn:microsoft.com/office/officeart/2005/8/layout/process3"/>
    <dgm:cxn modelId="{F228165B-1AF8-46B6-982F-BB0D7971756E}" type="presOf" srcId="{C969519A-CC10-41B8-863D-AFB42FB1860B}" destId="{0E18697C-EE0D-4867-AF4E-B24C50CE7775}" srcOrd="1" destOrd="0" presId="urn:microsoft.com/office/officeart/2005/8/layout/process3"/>
    <dgm:cxn modelId="{4A821460-3872-48FB-828A-C336183AC470}" type="presOf" srcId="{232594A0-FEC1-48BE-B94D-66C4E640025D}" destId="{7BA26760-23A0-43CE-94F2-BF5429C37CC3}" srcOrd="1" destOrd="0" presId="urn:microsoft.com/office/officeart/2005/8/layout/process3"/>
    <dgm:cxn modelId="{3AEC7C42-81EA-4368-A0A2-A6A360527DB8}" type="presOf" srcId="{267509FE-55B9-478A-BE8C-217212021A7C}" destId="{0A0EF958-603E-4B5D-8FF6-06BC5D0067A8}" srcOrd="0" destOrd="5" presId="urn:microsoft.com/office/officeart/2005/8/layout/process3"/>
    <dgm:cxn modelId="{D27CF062-5186-42A1-969B-6DCF5ADE5418}" type="presOf" srcId="{0222AE6D-C60B-4969-B223-01EEA74B2EBD}" destId="{1433FACA-6B2C-4FC1-A1C5-63DDC3E67E8F}" srcOrd="0" destOrd="1" presId="urn:microsoft.com/office/officeart/2005/8/layout/process3"/>
    <dgm:cxn modelId="{CA2FD163-5545-4C04-93DE-E726CBC4B6C4}" type="presOf" srcId="{06620F61-DA66-46FB-BCC3-AEC932E4956D}" destId="{1433FACA-6B2C-4FC1-A1C5-63DDC3E67E8F}" srcOrd="0" destOrd="0" presId="urn:microsoft.com/office/officeart/2005/8/layout/process3"/>
    <dgm:cxn modelId="{32876564-2D63-471A-8DAF-2AD52C11B8C9}" type="presOf" srcId="{C969519A-CC10-41B8-863D-AFB42FB1860B}" destId="{A0187E77-27F2-4717-A610-0DEE2EF042A5}" srcOrd="0" destOrd="0" presId="urn:microsoft.com/office/officeart/2005/8/layout/process3"/>
    <dgm:cxn modelId="{72CF6A46-9360-4D01-ABAC-AA8F7E4B7966}" srcId="{0D9F9D7F-A421-4CE0-9680-DDC87C51638F}" destId="{6A76B9F7-4576-4C5E-987B-E35E792464E1}" srcOrd="1" destOrd="0" parTransId="{1EA2D749-D219-47AD-8D19-F2DFF8A1896A}" sibTransId="{232594A0-FEC1-48BE-B94D-66C4E640025D}"/>
    <dgm:cxn modelId="{0106A548-EA58-482C-BB5A-5F20C9C5544B}" type="presOf" srcId="{3FB11DF0-B70B-436A-B9AE-DF7F5EB85697}" destId="{0A0EF958-603E-4B5D-8FF6-06BC5D0067A8}" srcOrd="0" destOrd="0" presId="urn:microsoft.com/office/officeart/2005/8/layout/process3"/>
    <dgm:cxn modelId="{CBC96C4A-F416-47AF-9D2A-FD53DEF44179}" type="presOf" srcId="{F3FFB840-B42C-489C-80A2-06ACFEFAF14A}" destId="{2A0CCEF3-4CFB-4292-A1F1-DCF59FF6661F}" srcOrd="0" destOrd="0" presId="urn:microsoft.com/office/officeart/2005/8/layout/process3"/>
    <dgm:cxn modelId="{7401574A-0C4B-418D-BF35-A20947A2F73E}" type="presOf" srcId="{934E86F1-F130-4CF4-BDD1-969503C3C362}" destId="{0A0EF958-603E-4B5D-8FF6-06BC5D0067A8}" srcOrd="0" destOrd="7" presId="urn:microsoft.com/office/officeart/2005/8/layout/process3"/>
    <dgm:cxn modelId="{54126F6D-60DD-49B2-BC2F-DF2ADAAFB385}" type="presOf" srcId="{4A733DA0-CB6C-43D3-AEAB-107823ED6869}" destId="{1433FACA-6B2C-4FC1-A1C5-63DDC3E67E8F}" srcOrd="0" destOrd="2" presId="urn:microsoft.com/office/officeart/2005/8/layout/process3"/>
    <dgm:cxn modelId="{0D9F944E-1A0B-4A4D-A799-8212B79CE815}" srcId="{9431ECA9-CCD0-4BA8-A018-CEC899F52FA5}" destId="{3FB11DF0-B70B-436A-B9AE-DF7F5EB85697}" srcOrd="0" destOrd="0" parTransId="{A7F590F3-0B09-4451-8648-100C53D9FB88}" sibTransId="{982E6076-51D5-4FB4-A64A-464468DD2796}"/>
    <dgm:cxn modelId="{D7F4C94F-8EC3-417B-9572-ADFC91B86193}" type="presOf" srcId="{0D9F9D7F-A421-4CE0-9680-DDC87C51638F}" destId="{112E6664-FEBE-4CEE-A726-097BC9429CA9}" srcOrd="0" destOrd="0" presId="urn:microsoft.com/office/officeart/2005/8/layout/process3"/>
    <dgm:cxn modelId="{13E4C370-DB34-4CC1-B7B7-414384C9A916}" type="presOf" srcId="{040F5085-AD78-4F88-9D46-0E426296F01F}" destId="{0A0EF958-603E-4B5D-8FF6-06BC5D0067A8}" srcOrd="0" destOrd="3" presId="urn:microsoft.com/office/officeart/2005/8/layout/process3"/>
    <dgm:cxn modelId="{08D60071-378E-41B9-B417-76B41F5A0BD5}" srcId="{0D9F9D7F-A421-4CE0-9680-DDC87C51638F}" destId="{9431ECA9-CCD0-4BA8-A018-CEC899F52FA5}" srcOrd="0" destOrd="0" parTransId="{94527CC6-AC14-400E-AAB0-0B023D0ADE6B}" sibTransId="{60A74B64-7B7E-4E7C-BD4A-C49C761E5DEF}"/>
    <dgm:cxn modelId="{FA9F6F73-162F-4282-8BC8-1F2F5F1143A0}" srcId="{3FB11DF0-B70B-436A-B9AE-DF7F5EB85697}" destId="{69DF4E66-3229-4533-B227-CE820D5532E3}" srcOrd="1" destOrd="0" parTransId="{1E23BABA-9788-4587-BBB8-ED334D4EFE1E}" sibTransId="{0750FC62-349B-4D72-9B7D-82412A9980EC}"/>
    <dgm:cxn modelId="{0A89F673-C47C-442A-A9E8-172159C330F2}" type="presOf" srcId="{9431ECA9-CCD0-4BA8-A018-CEC899F52FA5}" destId="{9527E29B-852D-4CAE-8C33-B1480386E8B4}" srcOrd="0" destOrd="0" presId="urn:microsoft.com/office/officeart/2005/8/layout/process3"/>
    <dgm:cxn modelId="{D7FE1175-2E7D-403B-B9B9-22CE5543CFC4}" type="presOf" srcId="{5EEF0D83-2271-47C5-BB3C-9BE7FC6E15C5}" destId="{2A0CCEF3-4CFB-4292-A1F1-DCF59FF6661F}" srcOrd="0" destOrd="1" presId="urn:microsoft.com/office/officeart/2005/8/layout/process3"/>
    <dgm:cxn modelId="{54806A55-584E-4C98-ADF1-1CE8D573A471}" type="presOf" srcId="{60A74B64-7B7E-4E7C-BD4A-C49C761E5DEF}" destId="{1DB8FD66-DED8-481D-9A15-8A7183C09EF6}" srcOrd="1" destOrd="0" presId="urn:microsoft.com/office/officeart/2005/8/layout/process3"/>
    <dgm:cxn modelId="{A7205456-D449-414B-9FB9-0675996BDB04}" type="presOf" srcId="{3A4F0ECE-E236-47FD-A730-8AF630EAAB8C}" destId="{1433FACA-6B2C-4FC1-A1C5-63DDC3E67E8F}" srcOrd="0" destOrd="4" presId="urn:microsoft.com/office/officeart/2005/8/layout/process3"/>
    <dgm:cxn modelId="{DB376F57-0498-47D6-888B-644B2CBB34A8}" type="presOf" srcId="{73C66CC0-BE87-46E7-9AEB-6EA622EC2B98}" destId="{0A0EF958-603E-4B5D-8FF6-06BC5D0067A8}" srcOrd="0" destOrd="4" presId="urn:microsoft.com/office/officeart/2005/8/layout/process3"/>
    <dgm:cxn modelId="{05942258-9016-4A44-8E9C-98221372E750}" type="presOf" srcId="{0043B3E2-F994-43BF-9942-CED11B9EBF3C}" destId="{0A0EF958-603E-4B5D-8FF6-06BC5D0067A8}" srcOrd="0" destOrd="6" presId="urn:microsoft.com/office/officeart/2005/8/layout/process3"/>
    <dgm:cxn modelId="{9B25475A-1B73-40D3-A76C-E47686C7D6C5}" type="presOf" srcId="{3B89BCF9-7ABF-41C5-B99E-2589964BE097}" destId="{31D78723-67F3-46CC-BF8D-639368772995}" srcOrd="1" destOrd="0" presId="urn:microsoft.com/office/officeart/2005/8/layout/process3"/>
    <dgm:cxn modelId="{0D9C1586-676C-47E5-9DDB-BC7FDD6DC56D}" srcId="{3FB11DF0-B70B-436A-B9AE-DF7F5EB85697}" destId="{040F5085-AD78-4F88-9D46-0E426296F01F}" srcOrd="2" destOrd="0" parTransId="{60C290C5-2CB3-454A-ADC1-D59DEAA7E73E}" sibTransId="{39F76226-ED80-41DF-96AF-6135181E5791}"/>
    <dgm:cxn modelId="{4A474286-9CE3-43F9-B3A0-9724CF0168D9}" srcId="{73C66CC0-BE87-46E7-9AEB-6EA622EC2B98}" destId="{0043B3E2-F994-43BF-9942-CED11B9EBF3C}" srcOrd="1" destOrd="0" parTransId="{70B7240C-4DBC-4157-95E7-9CAFEFB06B09}" sibTransId="{867449B2-4FB8-4AEE-9757-C9FF0BB11182}"/>
    <dgm:cxn modelId="{887AAD89-28C5-465D-9557-B7FBB8B5FB48}" type="presOf" srcId="{939B3119-DC12-4A04-BE7E-98B465E7EF99}" destId="{FA42B93F-6F07-4A06-9394-C1AEFDAD134F}" srcOrd="0" destOrd="0" presId="urn:microsoft.com/office/officeart/2005/8/layout/process3"/>
    <dgm:cxn modelId="{3317D29A-9BF4-47A3-A631-39C97FCF6B95}" srcId="{934E86F1-F130-4CF4-BDD1-969503C3C362}" destId="{07B02D18-E273-4AC7-A798-493B4BD67A8A}" srcOrd="0" destOrd="0" parTransId="{2C58C7E4-C05A-4164-9D1B-6EAC408981CF}" sibTransId="{E05C499A-919C-4862-9F38-841223729913}"/>
    <dgm:cxn modelId="{BF062CA7-3C0A-4130-9F2B-F1584BC3A6A5}" type="presOf" srcId="{69DF4E66-3229-4533-B227-CE820D5532E3}" destId="{0A0EF958-603E-4B5D-8FF6-06BC5D0067A8}" srcOrd="0" destOrd="2" presId="urn:microsoft.com/office/officeart/2005/8/layout/process3"/>
    <dgm:cxn modelId="{1C7A6AA9-7DD5-400A-A990-414ECFC9622E}" srcId="{06620F61-DA66-46FB-BCC3-AEC932E4956D}" destId="{3A4F0ECE-E236-47FD-A730-8AF630EAAB8C}" srcOrd="3" destOrd="0" parTransId="{16A3E872-2298-4BE1-AD7F-DBC1DC862E4C}" sibTransId="{D98C31F1-BA0B-4691-8318-1F65E33F82FA}"/>
    <dgm:cxn modelId="{0AD2B8B2-4499-47CB-BB9E-BD4B313F33F6}" type="presOf" srcId="{D37A5C02-4807-4EFF-B891-794F11F4A4AD}" destId="{1433FACA-6B2C-4FC1-A1C5-63DDC3E67E8F}" srcOrd="0" destOrd="3" presId="urn:microsoft.com/office/officeart/2005/8/layout/process3"/>
    <dgm:cxn modelId="{C25C23B3-DB15-4F78-8719-6DADC4B808DB}" type="presOf" srcId="{232594A0-FEC1-48BE-B94D-66C4E640025D}" destId="{D59EE038-3485-4F2D-8333-3052BC55AB9C}" srcOrd="0" destOrd="0" presId="urn:microsoft.com/office/officeart/2005/8/layout/process3"/>
    <dgm:cxn modelId="{CEAEE9D9-C00D-4BA2-8589-2CD728C0600D}" type="presOf" srcId="{9431ECA9-CCD0-4BA8-A018-CEC899F52FA5}" destId="{14CB7AE0-9303-41D5-9C80-11B27D333E26}" srcOrd="1" destOrd="0" presId="urn:microsoft.com/office/officeart/2005/8/layout/process3"/>
    <dgm:cxn modelId="{1EF563DB-737C-4A89-BF24-6244D4C1D067}" srcId="{3FB11DF0-B70B-436A-B9AE-DF7F5EB85697}" destId="{E4FB8484-5AAB-411F-A1E5-671849D5B344}" srcOrd="0" destOrd="0" parTransId="{7B03C97B-BAA1-43AA-9F10-A850057A7EC8}" sibTransId="{77BE51BE-FF43-4076-B7D5-F0629DB12F5D}"/>
    <dgm:cxn modelId="{3C2288DF-32BD-4CB5-8186-5942034C44FA}" type="presOf" srcId="{6A76B9F7-4576-4C5E-987B-E35E792464E1}" destId="{1F47969A-A44B-4752-9772-AE4D132CEB7E}" srcOrd="0" destOrd="0" presId="urn:microsoft.com/office/officeart/2005/8/layout/process3"/>
    <dgm:cxn modelId="{B28627F2-071F-467C-B56D-677BC151E392}" srcId="{3B89BCF9-7ABF-41C5-B99E-2589964BE097}" destId="{7878AA15-9781-48E0-9066-DC6E6814F28C}" srcOrd="1" destOrd="0" parTransId="{612E9A7C-5769-45D9-8D46-047F20D0A2B5}" sibTransId="{E47AD0E2-4C55-4A92-AC96-5C3D06118CB9}"/>
    <dgm:cxn modelId="{EC6AECF4-892A-49AB-AF1A-CE633556C11D}" srcId="{9431ECA9-CCD0-4BA8-A018-CEC899F52FA5}" destId="{73C66CC0-BE87-46E7-9AEB-6EA622EC2B98}" srcOrd="1" destOrd="0" parTransId="{56032086-B0FE-4FD6-AC04-5590781842FD}" sibTransId="{7629A3BF-7E70-49D0-9BB1-A5ECACA99964}"/>
    <dgm:cxn modelId="{9FBD86F5-DFAE-4E2C-968C-06947E7D158C}" srcId="{C969519A-CC10-41B8-863D-AFB42FB1860B}" destId="{5EEF0D83-2271-47C5-BB3C-9BE7FC6E15C5}" srcOrd="1" destOrd="0" parTransId="{1DE67A83-7CD3-4F09-8A99-67AC706DF4F3}" sibTransId="{D457C0C7-0C34-41BE-A329-1B4AE211AE33}"/>
    <dgm:cxn modelId="{5163ACF6-1123-4DD8-B854-EF6703DA29CF}" type="presOf" srcId="{E176194D-96E6-4860-8166-C95CB6C277F4}" destId="{1433FACA-6B2C-4FC1-A1C5-63DDC3E67E8F}" srcOrd="0" destOrd="5" presId="urn:microsoft.com/office/officeart/2005/8/layout/process3"/>
    <dgm:cxn modelId="{8A8B55F9-169C-43B6-A71C-78347837FF79}" srcId="{06620F61-DA66-46FB-BCC3-AEC932E4956D}" destId="{E176194D-96E6-4860-8166-C95CB6C277F4}" srcOrd="4" destOrd="0" parTransId="{68E59525-2CE4-4DF5-8E10-81BA70F2651E}" sibTransId="{FA1632E0-0050-46A9-B332-5275FF59394C}"/>
    <dgm:cxn modelId="{8BD0E3FC-5FD1-4FB0-9709-A34D0CA815CE}" srcId="{0D9F9D7F-A421-4CE0-9680-DDC87C51638F}" destId="{3B89BCF9-7ABF-41C5-B99E-2589964BE097}" srcOrd="2" destOrd="0" parTransId="{7EF4D681-6597-4DA2-8F78-949F5BD91AE1}" sibTransId="{939B3119-DC12-4A04-BE7E-98B465E7EF99}"/>
    <dgm:cxn modelId="{10405CFF-C0CE-4190-BF84-041251C2FB9C}" srcId="{6A76B9F7-4576-4C5E-987B-E35E792464E1}" destId="{06620F61-DA66-46FB-BCC3-AEC932E4956D}" srcOrd="0" destOrd="0" parTransId="{E2B10CD8-D810-4AD6-B091-5A205A109CDD}" sibTransId="{81045DE4-890C-4373-8A21-28FA4A55999B}"/>
    <dgm:cxn modelId="{9936BA2F-3445-4F72-BBDF-7033A0461371}" type="presParOf" srcId="{112E6664-FEBE-4CEE-A726-097BC9429CA9}" destId="{85D5F145-ECAD-4BE0-822C-8280B565B837}" srcOrd="0" destOrd="0" presId="urn:microsoft.com/office/officeart/2005/8/layout/process3"/>
    <dgm:cxn modelId="{8DFF4496-D5C5-4B57-869C-1B1FF5BD5730}" type="presParOf" srcId="{85D5F145-ECAD-4BE0-822C-8280B565B837}" destId="{9527E29B-852D-4CAE-8C33-B1480386E8B4}" srcOrd="0" destOrd="0" presId="urn:microsoft.com/office/officeart/2005/8/layout/process3"/>
    <dgm:cxn modelId="{71F05EC8-7BA2-4578-BA24-4BFF5A6AC4B3}" type="presParOf" srcId="{85D5F145-ECAD-4BE0-822C-8280B565B837}" destId="{14CB7AE0-9303-41D5-9C80-11B27D333E26}" srcOrd="1" destOrd="0" presId="urn:microsoft.com/office/officeart/2005/8/layout/process3"/>
    <dgm:cxn modelId="{8F05CA33-8FC4-45E1-9BA1-0BAF2FA99936}" type="presParOf" srcId="{85D5F145-ECAD-4BE0-822C-8280B565B837}" destId="{0A0EF958-603E-4B5D-8FF6-06BC5D0067A8}" srcOrd="2" destOrd="0" presId="urn:microsoft.com/office/officeart/2005/8/layout/process3"/>
    <dgm:cxn modelId="{3198B54F-C80A-40C3-81C2-C473DA886BA5}" type="presParOf" srcId="{112E6664-FEBE-4CEE-A726-097BC9429CA9}" destId="{F09D18DA-9AAC-4D9A-85DF-CDA555F79785}" srcOrd="1" destOrd="0" presId="urn:microsoft.com/office/officeart/2005/8/layout/process3"/>
    <dgm:cxn modelId="{D354848D-FE0D-4589-93D7-2D8D7C0D0DA6}" type="presParOf" srcId="{F09D18DA-9AAC-4D9A-85DF-CDA555F79785}" destId="{1DB8FD66-DED8-481D-9A15-8A7183C09EF6}" srcOrd="0" destOrd="0" presId="urn:microsoft.com/office/officeart/2005/8/layout/process3"/>
    <dgm:cxn modelId="{EF54EADF-3B54-4CA4-A557-9D379BBE0B2C}" type="presParOf" srcId="{112E6664-FEBE-4CEE-A726-097BC9429CA9}" destId="{AE992065-CCBE-43E8-997D-6EFB7506FB45}" srcOrd="2" destOrd="0" presId="urn:microsoft.com/office/officeart/2005/8/layout/process3"/>
    <dgm:cxn modelId="{660F834B-281E-4B94-8304-0E115161CB2A}" type="presParOf" srcId="{AE992065-CCBE-43E8-997D-6EFB7506FB45}" destId="{1F47969A-A44B-4752-9772-AE4D132CEB7E}" srcOrd="0" destOrd="0" presId="urn:microsoft.com/office/officeart/2005/8/layout/process3"/>
    <dgm:cxn modelId="{8552CB31-2AD9-472A-A5FE-D453FD9CD79D}" type="presParOf" srcId="{AE992065-CCBE-43E8-997D-6EFB7506FB45}" destId="{32431FE8-FB7E-490F-9310-0433BB5D98B1}" srcOrd="1" destOrd="0" presId="urn:microsoft.com/office/officeart/2005/8/layout/process3"/>
    <dgm:cxn modelId="{D1A1CD3E-7201-433C-A44C-C33E554B950E}" type="presParOf" srcId="{AE992065-CCBE-43E8-997D-6EFB7506FB45}" destId="{1433FACA-6B2C-4FC1-A1C5-63DDC3E67E8F}" srcOrd="2" destOrd="0" presId="urn:microsoft.com/office/officeart/2005/8/layout/process3"/>
    <dgm:cxn modelId="{0CE01433-DC2C-4336-8C9E-0B3478EF30D7}" type="presParOf" srcId="{112E6664-FEBE-4CEE-A726-097BC9429CA9}" destId="{D59EE038-3485-4F2D-8333-3052BC55AB9C}" srcOrd="3" destOrd="0" presId="urn:microsoft.com/office/officeart/2005/8/layout/process3"/>
    <dgm:cxn modelId="{6EDA210A-1E54-4AE5-9337-1927E6C5A060}" type="presParOf" srcId="{D59EE038-3485-4F2D-8333-3052BC55AB9C}" destId="{7BA26760-23A0-43CE-94F2-BF5429C37CC3}" srcOrd="0" destOrd="0" presId="urn:microsoft.com/office/officeart/2005/8/layout/process3"/>
    <dgm:cxn modelId="{2889F3A7-8859-461C-9868-ADDC8C6CADC1}" type="presParOf" srcId="{112E6664-FEBE-4CEE-A726-097BC9429CA9}" destId="{A508A05F-FA95-4579-A03E-11F24A4585B7}" srcOrd="4" destOrd="0" presId="urn:microsoft.com/office/officeart/2005/8/layout/process3"/>
    <dgm:cxn modelId="{ADCB824F-CCA7-4D47-9339-265101DF6573}" type="presParOf" srcId="{A508A05F-FA95-4579-A03E-11F24A4585B7}" destId="{EE83CAAE-9BBF-49A4-816F-7D754FDF7657}" srcOrd="0" destOrd="0" presId="urn:microsoft.com/office/officeart/2005/8/layout/process3"/>
    <dgm:cxn modelId="{7399A4E9-2790-449E-B331-D7F0BB092FF2}" type="presParOf" srcId="{A508A05F-FA95-4579-A03E-11F24A4585B7}" destId="{31D78723-67F3-46CC-BF8D-639368772995}" srcOrd="1" destOrd="0" presId="urn:microsoft.com/office/officeart/2005/8/layout/process3"/>
    <dgm:cxn modelId="{B9D6D6BD-8579-46B1-9944-E47D735073E2}" type="presParOf" srcId="{A508A05F-FA95-4579-A03E-11F24A4585B7}" destId="{034BE5B3-AE24-4CFA-958D-DB3794CE83E8}" srcOrd="2" destOrd="0" presId="urn:microsoft.com/office/officeart/2005/8/layout/process3"/>
    <dgm:cxn modelId="{371974DA-B03F-49B6-8971-A35C50C2B99A}" type="presParOf" srcId="{112E6664-FEBE-4CEE-A726-097BC9429CA9}" destId="{FA42B93F-6F07-4A06-9394-C1AEFDAD134F}" srcOrd="5" destOrd="0" presId="urn:microsoft.com/office/officeart/2005/8/layout/process3"/>
    <dgm:cxn modelId="{C4097237-6B7E-43FD-BA70-2BC4CE706963}" type="presParOf" srcId="{FA42B93F-6F07-4A06-9394-C1AEFDAD134F}" destId="{6454A23E-840A-4132-BF73-B68F948D2D84}" srcOrd="0" destOrd="0" presId="urn:microsoft.com/office/officeart/2005/8/layout/process3"/>
    <dgm:cxn modelId="{66B0E911-E16D-4C14-A30F-6DDDB9E6C9BD}" type="presParOf" srcId="{112E6664-FEBE-4CEE-A726-097BC9429CA9}" destId="{EB3CEB14-C38C-4B37-BA4C-5AD1A919EFB2}" srcOrd="6" destOrd="0" presId="urn:microsoft.com/office/officeart/2005/8/layout/process3"/>
    <dgm:cxn modelId="{D237DB48-D4FE-4654-8363-D250C4943D30}" type="presParOf" srcId="{EB3CEB14-C38C-4B37-BA4C-5AD1A919EFB2}" destId="{A0187E77-27F2-4717-A610-0DEE2EF042A5}" srcOrd="0" destOrd="0" presId="urn:microsoft.com/office/officeart/2005/8/layout/process3"/>
    <dgm:cxn modelId="{B50E6D75-FFE7-413B-A57D-7C52061E7DD2}" type="presParOf" srcId="{EB3CEB14-C38C-4B37-BA4C-5AD1A919EFB2}" destId="{0E18697C-EE0D-4867-AF4E-B24C50CE7775}" srcOrd="1" destOrd="0" presId="urn:microsoft.com/office/officeart/2005/8/layout/process3"/>
    <dgm:cxn modelId="{895B8FF2-1144-4971-A109-9752A0D8F68D}" type="presParOf" srcId="{EB3CEB14-C38C-4B37-BA4C-5AD1A919EFB2}" destId="{2A0CCEF3-4CFB-4292-A1F1-DCF59FF6661F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C3836D-9CA6-45F8-80F3-2487E630367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54C3883-70AE-4F22-A93F-A77B83F72BC7}">
      <dgm:prSet/>
      <dgm:spPr>
        <a:solidFill>
          <a:srgbClr val="002060"/>
        </a:solidFill>
      </dgm:spPr>
      <dgm:t>
        <a:bodyPr/>
        <a:lstStyle/>
        <a:p>
          <a:r>
            <a:rPr lang="en-IN" b="1" dirty="0"/>
            <a:t>Data Split Strategy</a:t>
          </a:r>
          <a:endParaRPr lang="en-IN" dirty="0"/>
        </a:p>
      </dgm:t>
    </dgm:pt>
    <dgm:pt modelId="{6A220636-9097-4C9A-8CDE-02A3B63C2B4E}" type="parTrans" cxnId="{2C6C77AF-AEF6-4D7F-A66D-04CBAAE4578E}">
      <dgm:prSet/>
      <dgm:spPr/>
      <dgm:t>
        <a:bodyPr/>
        <a:lstStyle/>
        <a:p>
          <a:endParaRPr lang="en-IN"/>
        </a:p>
      </dgm:t>
    </dgm:pt>
    <dgm:pt modelId="{3C7D2F7B-0315-49C9-918B-4B30962D9ACE}" type="sibTrans" cxnId="{2C6C77AF-AEF6-4D7F-A66D-04CBAAE4578E}">
      <dgm:prSet/>
      <dgm:spPr/>
      <dgm:t>
        <a:bodyPr/>
        <a:lstStyle/>
        <a:p>
          <a:endParaRPr lang="en-IN"/>
        </a:p>
      </dgm:t>
    </dgm:pt>
    <dgm:pt modelId="{5C3376DA-296A-4D99-BC96-3F36131A29C3}">
      <dgm:prSet custT="1"/>
      <dgm:spPr/>
      <dgm:t>
        <a:bodyPr/>
        <a:lstStyle/>
        <a:p>
          <a:r>
            <a:rPr lang="en-IN" sz="1100" b="1" dirty="0"/>
            <a:t>70% Train | 15% Validation | 15% Test</a:t>
          </a:r>
          <a:r>
            <a:rPr lang="en-IN" sz="1100" dirty="0"/>
            <a:t> </a:t>
          </a:r>
        </a:p>
      </dgm:t>
    </dgm:pt>
    <dgm:pt modelId="{8C78C411-E508-4918-922D-D85F45F378E4}" type="parTrans" cxnId="{A64C1865-159E-49D8-8D69-847C6C3F2FA6}">
      <dgm:prSet/>
      <dgm:spPr/>
      <dgm:t>
        <a:bodyPr/>
        <a:lstStyle/>
        <a:p>
          <a:endParaRPr lang="en-IN"/>
        </a:p>
      </dgm:t>
    </dgm:pt>
    <dgm:pt modelId="{171A7C6C-0655-4D67-AEF7-96EDEA050817}" type="sibTrans" cxnId="{A64C1865-159E-49D8-8D69-847C6C3F2FA6}">
      <dgm:prSet/>
      <dgm:spPr/>
      <dgm:t>
        <a:bodyPr/>
        <a:lstStyle/>
        <a:p>
          <a:endParaRPr lang="en-IN"/>
        </a:p>
      </dgm:t>
    </dgm:pt>
    <dgm:pt modelId="{308B61B3-47D6-4E56-B8EB-72E71D47401C}">
      <dgm:prSet custT="1"/>
      <dgm:spPr/>
      <dgm:t>
        <a:bodyPr/>
        <a:lstStyle/>
        <a:p>
          <a:r>
            <a:rPr lang="en-IN" sz="1100" dirty="0"/>
            <a:t>Train → Model learning </a:t>
          </a:r>
        </a:p>
      </dgm:t>
    </dgm:pt>
    <dgm:pt modelId="{567E5E5F-D3B1-4327-BC4C-C1ACD24DF47D}" type="parTrans" cxnId="{77487F6C-AD69-4EF8-B8FB-3C7A2657B016}">
      <dgm:prSet/>
      <dgm:spPr/>
      <dgm:t>
        <a:bodyPr/>
        <a:lstStyle/>
        <a:p>
          <a:endParaRPr lang="en-IN"/>
        </a:p>
      </dgm:t>
    </dgm:pt>
    <dgm:pt modelId="{B47CF4FC-F055-4F0C-9A18-32FA94E6F6C7}" type="sibTrans" cxnId="{77487F6C-AD69-4EF8-B8FB-3C7A2657B016}">
      <dgm:prSet/>
      <dgm:spPr/>
      <dgm:t>
        <a:bodyPr/>
        <a:lstStyle/>
        <a:p>
          <a:endParaRPr lang="en-IN"/>
        </a:p>
      </dgm:t>
    </dgm:pt>
    <dgm:pt modelId="{1FB6E678-AEAF-4F1E-BFC9-3C35EDF714D2}">
      <dgm:prSet custT="1"/>
      <dgm:spPr/>
      <dgm:t>
        <a:bodyPr/>
        <a:lstStyle/>
        <a:p>
          <a:r>
            <a:rPr lang="en-IN" sz="1100" dirty="0"/>
            <a:t>Validation → Tuning &amp; model selection </a:t>
          </a:r>
        </a:p>
      </dgm:t>
    </dgm:pt>
    <dgm:pt modelId="{86A6FE3D-E57A-403A-9525-760C04D94DB0}" type="parTrans" cxnId="{FDA5009A-7E4A-45A5-A2BB-36750F3F79CA}">
      <dgm:prSet/>
      <dgm:spPr/>
      <dgm:t>
        <a:bodyPr/>
        <a:lstStyle/>
        <a:p>
          <a:endParaRPr lang="en-IN"/>
        </a:p>
      </dgm:t>
    </dgm:pt>
    <dgm:pt modelId="{8BD08B4E-9B45-45EF-A076-734EEBBEAA1C}" type="sibTrans" cxnId="{FDA5009A-7E4A-45A5-A2BB-36750F3F79CA}">
      <dgm:prSet/>
      <dgm:spPr/>
      <dgm:t>
        <a:bodyPr/>
        <a:lstStyle/>
        <a:p>
          <a:endParaRPr lang="en-IN"/>
        </a:p>
      </dgm:t>
    </dgm:pt>
    <dgm:pt modelId="{E607B35D-9E35-4A66-AC2C-B8936FBA6B8F}">
      <dgm:prSet custT="1"/>
      <dgm:spPr/>
      <dgm:t>
        <a:bodyPr/>
        <a:lstStyle/>
        <a:p>
          <a:r>
            <a:rPr lang="en-IN" sz="1100" dirty="0"/>
            <a:t>Test → Final unbiased evaluation</a:t>
          </a:r>
          <a:br>
            <a:rPr lang="en-IN" sz="1100" dirty="0"/>
          </a:br>
          <a:r>
            <a:rPr lang="en-IN" sz="1100" dirty="0"/>
            <a:t>→ Ensures </a:t>
          </a:r>
          <a:r>
            <a:rPr lang="en-IN" sz="1100" b="1" dirty="0"/>
            <a:t>no data leakage &amp; reliable performance measurement</a:t>
          </a:r>
          <a:r>
            <a:rPr lang="en-IN" sz="1100" dirty="0"/>
            <a:t> </a:t>
          </a:r>
        </a:p>
      </dgm:t>
    </dgm:pt>
    <dgm:pt modelId="{4D80CC6A-B995-48EC-9902-F27513281E26}" type="parTrans" cxnId="{6BE6423F-D13D-43E1-8F89-F362FFBBC4E4}">
      <dgm:prSet/>
      <dgm:spPr/>
      <dgm:t>
        <a:bodyPr/>
        <a:lstStyle/>
        <a:p>
          <a:endParaRPr lang="en-IN"/>
        </a:p>
      </dgm:t>
    </dgm:pt>
    <dgm:pt modelId="{FB90CE6A-BF80-456C-A960-11701FEC7A59}" type="sibTrans" cxnId="{6BE6423F-D13D-43E1-8F89-F362FFBBC4E4}">
      <dgm:prSet/>
      <dgm:spPr/>
      <dgm:t>
        <a:bodyPr/>
        <a:lstStyle/>
        <a:p>
          <a:endParaRPr lang="en-IN"/>
        </a:p>
      </dgm:t>
    </dgm:pt>
    <dgm:pt modelId="{8C5A3EBD-F6BC-4BF1-89D6-4C1C10BD7B15}">
      <dgm:prSet custT="1"/>
      <dgm:spPr/>
      <dgm:t>
        <a:bodyPr/>
        <a:lstStyle/>
        <a:p>
          <a:r>
            <a:rPr lang="en-IN" sz="1100" b="1"/>
            <a:t>Why 3-Way Split?</a:t>
          </a:r>
          <a:endParaRPr lang="en-IN" sz="1100"/>
        </a:p>
      </dgm:t>
    </dgm:pt>
    <dgm:pt modelId="{98EB2DF5-319A-47CA-8E48-00C18DA3CCE2}" type="parTrans" cxnId="{A7F8DB28-4938-4D52-BD59-5A211116F7A5}">
      <dgm:prSet/>
      <dgm:spPr/>
      <dgm:t>
        <a:bodyPr/>
        <a:lstStyle/>
        <a:p>
          <a:endParaRPr lang="en-IN"/>
        </a:p>
      </dgm:t>
    </dgm:pt>
    <dgm:pt modelId="{3DFB2E7A-F43B-4E1E-92AA-B660AAFDDCF4}" type="sibTrans" cxnId="{A7F8DB28-4938-4D52-BD59-5A211116F7A5}">
      <dgm:prSet/>
      <dgm:spPr/>
      <dgm:t>
        <a:bodyPr/>
        <a:lstStyle/>
        <a:p>
          <a:endParaRPr lang="en-IN"/>
        </a:p>
      </dgm:t>
    </dgm:pt>
    <dgm:pt modelId="{14A6D5F5-575D-4C94-9B61-0B047BBDE742}">
      <dgm:prSet custT="1"/>
      <dgm:spPr/>
      <dgm:t>
        <a:bodyPr/>
        <a:lstStyle/>
        <a:p>
          <a:r>
            <a:rPr lang="en-IN" sz="1100" dirty="0"/>
            <a:t>Separates learning, tuning, and evaluation stages </a:t>
          </a:r>
        </a:p>
      </dgm:t>
    </dgm:pt>
    <dgm:pt modelId="{A4BFE093-B5E7-4A3A-AE97-DE2335654804}" type="parTrans" cxnId="{8285C5D1-0DC8-4265-974E-356E9A04E9E7}">
      <dgm:prSet/>
      <dgm:spPr/>
      <dgm:t>
        <a:bodyPr/>
        <a:lstStyle/>
        <a:p>
          <a:endParaRPr lang="en-IN"/>
        </a:p>
      </dgm:t>
    </dgm:pt>
    <dgm:pt modelId="{9D1E65BA-6CD5-458F-86F0-3349257A90F8}" type="sibTrans" cxnId="{8285C5D1-0DC8-4265-974E-356E9A04E9E7}">
      <dgm:prSet/>
      <dgm:spPr/>
      <dgm:t>
        <a:bodyPr/>
        <a:lstStyle/>
        <a:p>
          <a:endParaRPr lang="en-IN"/>
        </a:p>
      </dgm:t>
    </dgm:pt>
    <dgm:pt modelId="{38F2ED5E-F120-4E7A-B18B-4E0D9E90A216}">
      <dgm:prSet custT="1"/>
      <dgm:spPr/>
      <dgm:t>
        <a:bodyPr/>
        <a:lstStyle/>
        <a:p>
          <a:r>
            <a:rPr lang="en-IN" sz="1100" dirty="0"/>
            <a:t>Prevents overfitting to validation/test data </a:t>
          </a:r>
        </a:p>
      </dgm:t>
    </dgm:pt>
    <dgm:pt modelId="{5D11D84E-3A43-4231-93B4-BEA50BE12F25}" type="parTrans" cxnId="{9EE32EFF-1419-43E1-B6BC-FF9FCBE6FD75}">
      <dgm:prSet/>
      <dgm:spPr/>
      <dgm:t>
        <a:bodyPr/>
        <a:lstStyle/>
        <a:p>
          <a:endParaRPr lang="en-IN"/>
        </a:p>
      </dgm:t>
    </dgm:pt>
    <dgm:pt modelId="{D1689E91-EF12-4AA2-921A-2EE54045632A}" type="sibTrans" cxnId="{9EE32EFF-1419-43E1-B6BC-FF9FCBE6FD75}">
      <dgm:prSet/>
      <dgm:spPr/>
      <dgm:t>
        <a:bodyPr/>
        <a:lstStyle/>
        <a:p>
          <a:endParaRPr lang="en-IN"/>
        </a:p>
      </dgm:t>
    </dgm:pt>
    <dgm:pt modelId="{C4F35C6A-8BB7-4D88-8D73-EE01DE9B6EC0}">
      <dgm:prSet custT="1"/>
      <dgm:spPr/>
      <dgm:t>
        <a:bodyPr/>
        <a:lstStyle/>
        <a:p>
          <a:r>
            <a:rPr lang="en-IN" sz="1100" dirty="0"/>
            <a:t>Ensures </a:t>
          </a:r>
          <a:r>
            <a:rPr lang="en-IN" sz="1100" b="1" dirty="0"/>
            <a:t>true generalization performance</a:t>
          </a:r>
          <a:r>
            <a:rPr lang="en-IN" sz="1100" dirty="0"/>
            <a:t> </a:t>
          </a:r>
        </a:p>
      </dgm:t>
    </dgm:pt>
    <dgm:pt modelId="{4AEF7FDE-5A40-44C1-94CA-3CBB290A7A60}" type="parTrans" cxnId="{D8A6FA4E-1AC3-4E06-B7C9-24F3635FCD2C}">
      <dgm:prSet/>
      <dgm:spPr/>
      <dgm:t>
        <a:bodyPr/>
        <a:lstStyle/>
        <a:p>
          <a:endParaRPr lang="en-IN"/>
        </a:p>
      </dgm:t>
    </dgm:pt>
    <dgm:pt modelId="{B8E6E11C-65BC-4C4F-B9C0-B7D2E1175AD2}" type="sibTrans" cxnId="{D8A6FA4E-1AC3-4E06-B7C9-24F3635FCD2C}">
      <dgm:prSet/>
      <dgm:spPr/>
      <dgm:t>
        <a:bodyPr/>
        <a:lstStyle/>
        <a:p>
          <a:endParaRPr lang="en-IN"/>
        </a:p>
      </dgm:t>
    </dgm:pt>
    <dgm:pt modelId="{B766B07B-C75D-419E-A0CC-91BBD109E7F5}">
      <dgm:prSet custT="1"/>
      <dgm:spPr/>
      <dgm:t>
        <a:bodyPr/>
        <a:lstStyle/>
        <a:p>
          <a:r>
            <a:rPr lang="en-IN" sz="1100" b="1" dirty="0"/>
            <a:t>Stratification (Grade Bins)</a:t>
          </a:r>
          <a:endParaRPr lang="en-IN" sz="1100" dirty="0"/>
        </a:p>
      </dgm:t>
    </dgm:pt>
    <dgm:pt modelId="{687A4EFA-4ABD-4C46-8916-4EC71F3378FF}" type="parTrans" cxnId="{F8B22A16-75A8-4E66-A497-DE04B5B91CF2}">
      <dgm:prSet/>
      <dgm:spPr/>
      <dgm:t>
        <a:bodyPr/>
        <a:lstStyle/>
        <a:p>
          <a:endParaRPr lang="en-IN"/>
        </a:p>
      </dgm:t>
    </dgm:pt>
    <dgm:pt modelId="{065D2BCC-C678-435A-A5B0-DED931DE3ABE}" type="sibTrans" cxnId="{F8B22A16-75A8-4E66-A497-DE04B5B91CF2}">
      <dgm:prSet/>
      <dgm:spPr/>
      <dgm:t>
        <a:bodyPr/>
        <a:lstStyle/>
        <a:p>
          <a:endParaRPr lang="en-IN"/>
        </a:p>
      </dgm:t>
    </dgm:pt>
    <dgm:pt modelId="{6F25674B-80C1-4F2A-9FED-A33C15A5DC8A}">
      <dgm:prSet custT="1"/>
      <dgm:spPr/>
      <dgm:t>
        <a:bodyPr/>
        <a:lstStyle/>
        <a:p>
          <a:r>
            <a:rPr lang="en-IN" sz="1100"/>
            <a:t>Maintains balanced grade distribution across splits: </a:t>
          </a:r>
        </a:p>
      </dgm:t>
    </dgm:pt>
    <dgm:pt modelId="{8A387F52-8BFB-4819-92EE-897E10B76988}" type="parTrans" cxnId="{F7384013-B63C-499A-B516-A8C615E74008}">
      <dgm:prSet/>
      <dgm:spPr/>
      <dgm:t>
        <a:bodyPr/>
        <a:lstStyle/>
        <a:p>
          <a:endParaRPr lang="en-IN"/>
        </a:p>
      </dgm:t>
    </dgm:pt>
    <dgm:pt modelId="{EFD09889-6F1F-4EF1-9747-D89F1AF42B09}" type="sibTrans" cxnId="{F7384013-B63C-499A-B516-A8C615E74008}">
      <dgm:prSet/>
      <dgm:spPr/>
      <dgm:t>
        <a:bodyPr/>
        <a:lstStyle/>
        <a:p>
          <a:endParaRPr lang="en-IN"/>
        </a:p>
      </dgm:t>
    </dgm:pt>
    <dgm:pt modelId="{2561FB81-AA1C-4EBE-8B95-EE1B054CFB61}">
      <dgm:prSet custT="1"/>
      <dgm:spPr/>
      <dgm:t>
        <a:bodyPr/>
        <a:lstStyle/>
        <a:p>
          <a:r>
            <a:rPr lang="en-IN" sz="1100" dirty="0"/>
            <a:t>0–5 (Very Low), 6–10 (Low), 11–15 (Medium), 16–20 (High)</a:t>
          </a:r>
          <a:br>
            <a:rPr lang="en-IN" sz="1100" dirty="0"/>
          </a:br>
          <a:r>
            <a:rPr lang="en-IN" sz="1100" dirty="0"/>
            <a:t>→ Reduces sampling bias and improves model reliability </a:t>
          </a:r>
        </a:p>
      </dgm:t>
    </dgm:pt>
    <dgm:pt modelId="{03A881DE-50F9-4174-BCA8-3533B581A696}" type="parTrans" cxnId="{81CCEFF8-9FF2-4C6F-ADB2-ACC708CAF830}">
      <dgm:prSet/>
      <dgm:spPr/>
      <dgm:t>
        <a:bodyPr/>
        <a:lstStyle/>
        <a:p>
          <a:endParaRPr lang="en-IN"/>
        </a:p>
      </dgm:t>
    </dgm:pt>
    <dgm:pt modelId="{4FE58DB2-6140-4AEA-B851-40FEC5C4AC02}" type="sibTrans" cxnId="{81CCEFF8-9FF2-4C6F-ADB2-ACC708CAF830}">
      <dgm:prSet/>
      <dgm:spPr/>
      <dgm:t>
        <a:bodyPr/>
        <a:lstStyle/>
        <a:p>
          <a:endParaRPr lang="en-IN"/>
        </a:p>
      </dgm:t>
    </dgm:pt>
    <dgm:pt modelId="{66FA4D3E-2FAB-40D4-B8D9-9A4D09103431}" type="pres">
      <dgm:prSet presAssocID="{3AC3836D-9CA6-45F8-80F3-2487E6303676}" presName="Name0" presStyleCnt="0">
        <dgm:presLayoutVars>
          <dgm:dir/>
          <dgm:animLvl val="lvl"/>
          <dgm:resizeHandles val="exact"/>
        </dgm:presLayoutVars>
      </dgm:prSet>
      <dgm:spPr/>
    </dgm:pt>
    <dgm:pt modelId="{7004C1C6-7177-454E-A96B-130100E9AC4C}" type="pres">
      <dgm:prSet presAssocID="{254C3883-70AE-4F22-A93F-A77B83F72BC7}" presName="linNode" presStyleCnt="0"/>
      <dgm:spPr/>
    </dgm:pt>
    <dgm:pt modelId="{9D459A8F-082E-44FF-A947-0890598ADA95}" type="pres">
      <dgm:prSet presAssocID="{254C3883-70AE-4F22-A93F-A77B83F72BC7}" presName="parentText" presStyleLbl="node1" presStyleIdx="0" presStyleCnt="1" custScaleX="59481" custLinFactNeighborX="-11396">
        <dgm:presLayoutVars>
          <dgm:chMax val="1"/>
          <dgm:bulletEnabled val="1"/>
        </dgm:presLayoutVars>
      </dgm:prSet>
      <dgm:spPr/>
    </dgm:pt>
    <dgm:pt modelId="{7EABD55D-14C1-4406-BF5F-8BCEA2A8F108}" type="pres">
      <dgm:prSet presAssocID="{254C3883-70AE-4F22-A93F-A77B83F72BC7}" presName="descendantText" presStyleLbl="alignAccFollowNode1" presStyleIdx="0" presStyleCnt="1" custScaleY="117332" custLinFactNeighborX="-17962" custLinFactNeighborY="0">
        <dgm:presLayoutVars>
          <dgm:bulletEnabled val="1"/>
        </dgm:presLayoutVars>
      </dgm:prSet>
      <dgm:spPr/>
    </dgm:pt>
  </dgm:ptLst>
  <dgm:cxnLst>
    <dgm:cxn modelId="{576FFB03-38A9-4F4D-8D61-3F732E74630A}" type="presOf" srcId="{2561FB81-AA1C-4EBE-8B95-EE1B054CFB61}" destId="{7EABD55D-14C1-4406-BF5F-8BCEA2A8F108}" srcOrd="0" destOrd="10" presId="urn:microsoft.com/office/officeart/2005/8/layout/vList5"/>
    <dgm:cxn modelId="{F7384013-B63C-499A-B516-A8C615E74008}" srcId="{B766B07B-C75D-419E-A0CC-91BBD109E7F5}" destId="{6F25674B-80C1-4F2A-9FED-A33C15A5DC8A}" srcOrd="0" destOrd="0" parTransId="{8A387F52-8BFB-4819-92EE-897E10B76988}" sibTransId="{EFD09889-6F1F-4EF1-9747-D89F1AF42B09}"/>
    <dgm:cxn modelId="{F8B22A16-75A8-4E66-A497-DE04B5B91CF2}" srcId="{254C3883-70AE-4F22-A93F-A77B83F72BC7}" destId="{B766B07B-C75D-419E-A0CC-91BBD109E7F5}" srcOrd="2" destOrd="0" parTransId="{687A4EFA-4ABD-4C46-8916-4EC71F3378FF}" sibTransId="{065D2BCC-C678-435A-A5B0-DED931DE3ABE}"/>
    <dgm:cxn modelId="{A7F8DB28-4938-4D52-BD59-5A211116F7A5}" srcId="{254C3883-70AE-4F22-A93F-A77B83F72BC7}" destId="{8C5A3EBD-F6BC-4BF1-89D6-4C1C10BD7B15}" srcOrd="1" destOrd="0" parTransId="{98EB2DF5-319A-47CA-8E48-00C18DA3CCE2}" sibTransId="{3DFB2E7A-F43B-4E1E-92AA-B660AAFDDCF4}"/>
    <dgm:cxn modelId="{EE74042C-32EC-4F58-89A8-CF6F86C13D53}" type="presOf" srcId="{1FB6E678-AEAF-4F1E-BFC9-3C35EDF714D2}" destId="{7EABD55D-14C1-4406-BF5F-8BCEA2A8F108}" srcOrd="0" destOrd="2" presId="urn:microsoft.com/office/officeart/2005/8/layout/vList5"/>
    <dgm:cxn modelId="{41A3842E-ECD7-4346-A1AF-F074F409D116}" type="presOf" srcId="{3AC3836D-9CA6-45F8-80F3-2487E6303676}" destId="{66FA4D3E-2FAB-40D4-B8D9-9A4D09103431}" srcOrd="0" destOrd="0" presId="urn:microsoft.com/office/officeart/2005/8/layout/vList5"/>
    <dgm:cxn modelId="{AC9A212F-F467-46F7-9A81-B226DF9B30B4}" type="presOf" srcId="{308B61B3-47D6-4E56-B8EB-72E71D47401C}" destId="{7EABD55D-14C1-4406-BF5F-8BCEA2A8F108}" srcOrd="0" destOrd="1" presId="urn:microsoft.com/office/officeart/2005/8/layout/vList5"/>
    <dgm:cxn modelId="{C661533C-1B5E-4955-B0E7-6FB3A52528C7}" type="presOf" srcId="{E607B35D-9E35-4A66-AC2C-B8936FBA6B8F}" destId="{7EABD55D-14C1-4406-BF5F-8BCEA2A8F108}" srcOrd="0" destOrd="3" presId="urn:microsoft.com/office/officeart/2005/8/layout/vList5"/>
    <dgm:cxn modelId="{6BE6423F-D13D-43E1-8F89-F362FFBBC4E4}" srcId="{5C3376DA-296A-4D99-BC96-3F36131A29C3}" destId="{E607B35D-9E35-4A66-AC2C-B8936FBA6B8F}" srcOrd="2" destOrd="0" parTransId="{4D80CC6A-B995-48EC-9902-F27513281E26}" sibTransId="{FB90CE6A-BF80-456C-A960-11701FEC7A59}"/>
    <dgm:cxn modelId="{9E1D075B-7BAB-4E8F-8993-9FC29E266D0C}" type="presOf" srcId="{14A6D5F5-575D-4C94-9B61-0B047BBDE742}" destId="{7EABD55D-14C1-4406-BF5F-8BCEA2A8F108}" srcOrd="0" destOrd="5" presId="urn:microsoft.com/office/officeart/2005/8/layout/vList5"/>
    <dgm:cxn modelId="{A64C1865-159E-49D8-8D69-847C6C3F2FA6}" srcId="{254C3883-70AE-4F22-A93F-A77B83F72BC7}" destId="{5C3376DA-296A-4D99-BC96-3F36131A29C3}" srcOrd="0" destOrd="0" parTransId="{8C78C411-E508-4918-922D-D85F45F378E4}" sibTransId="{171A7C6C-0655-4D67-AEF7-96EDEA050817}"/>
    <dgm:cxn modelId="{77487F6C-AD69-4EF8-B8FB-3C7A2657B016}" srcId="{5C3376DA-296A-4D99-BC96-3F36131A29C3}" destId="{308B61B3-47D6-4E56-B8EB-72E71D47401C}" srcOrd="0" destOrd="0" parTransId="{567E5E5F-D3B1-4327-BC4C-C1ACD24DF47D}" sibTransId="{B47CF4FC-F055-4F0C-9A18-32FA94E6F6C7}"/>
    <dgm:cxn modelId="{4F46A04E-BC20-4CD1-8BB4-00CF01A09294}" type="presOf" srcId="{8C5A3EBD-F6BC-4BF1-89D6-4C1C10BD7B15}" destId="{7EABD55D-14C1-4406-BF5F-8BCEA2A8F108}" srcOrd="0" destOrd="4" presId="urn:microsoft.com/office/officeart/2005/8/layout/vList5"/>
    <dgm:cxn modelId="{D8A6FA4E-1AC3-4E06-B7C9-24F3635FCD2C}" srcId="{8C5A3EBD-F6BC-4BF1-89D6-4C1C10BD7B15}" destId="{C4F35C6A-8BB7-4D88-8D73-EE01DE9B6EC0}" srcOrd="2" destOrd="0" parTransId="{4AEF7FDE-5A40-44C1-94CA-3CBB290A7A60}" sibTransId="{B8E6E11C-65BC-4C4F-B9C0-B7D2E1175AD2}"/>
    <dgm:cxn modelId="{78252056-2B3C-4F00-9095-4FF6EDD13BE7}" type="presOf" srcId="{C4F35C6A-8BB7-4D88-8D73-EE01DE9B6EC0}" destId="{7EABD55D-14C1-4406-BF5F-8BCEA2A8F108}" srcOrd="0" destOrd="7" presId="urn:microsoft.com/office/officeart/2005/8/layout/vList5"/>
    <dgm:cxn modelId="{FDA5009A-7E4A-45A5-A2BB-36750F3F79CA}" srcId="{5C3376DA-296A-4D99-BC96-3F36131A29C3}" destId="{1FB6E678-AEAF-4F1E-BFC9-3C35EDF714D2}" srcOrd="1" destOrd="0" parTransId="{86A6FE3D-E57A-403A-9525-760C04D94DB0}" sibTransId="{8BD08B4E-9B45-45EF-A076-734EEBBEAA1C}"/>
    <dgm:cxn modelId="{2C6C77AF-AEF6-4D7F-A66D-04CBAAE4578E}" srcId="{3AC3836D-9CA6-45F8-80F3-2487E6303676}" destId="{254C3883-70AE-4F22-A93F-A77B83F72BC7}" srcOrd="0" destOrd="0" parTransId="{6A220636-9097-4C9A-8CDE-02A3B63C2B4E}" sibTransId="{3C7D2F7B-0315-49C9-918B-4B30962D9ACE}"/>
    <dgm:cxn modelId="{194C60CA-BC0D-4B5C-B068-2ADD407947BD}" type="presOf" srcId="{254C3883-70AE-4F22-A93F-A77B83F72BC7}" destId="{9D459A8F-082E-44FF-A947-0890598ADA95}" srcOrd="0" destOrd="0" presId="urn:microsoft.com/office/officeart/2005/8/layout/vList5"/>
    <dgm:cxn modelId="{8285C5D1-0DC8-4265-974E-356E9A04E9E7}" srcId="{8C5A3EBD-F6BC-4BF1-89D6-4C1C10BD7B15}" destId="{14A6D5F5-575D-4C94-9B61-0B047BBDE742}" srcOrd="0" destOrd="0" parTransId="{A4BFE093-B5E7-4A3A-AE97-DE2335654804}" sibTransId="{9D1E65BA-6CD5-458F-86F0-3349257A90F8}"/>
    <dgm:cxn modelId="{54966EE1-055A-42C5-BA29-9B7727D8E07E}" type="presOf" srcId="{5C3376DA-296A-4D99-BC96-3F36131A29C3}" destId="{7EABD55D-14C1-4406-BF5F-8BCEA2A8F108}" srcOrd="0" destOrd="0" presId="urn:microsoft.com/office/officeart/2005/8/layout/vList5"/>
    <dgm:cxn modelId="{BB7683ED-5740-4EF8-89ED-15D93DC84289}" type="presOf" srcId="{B766B07B-C75D-419E-A0CC-91BBD109E7F5}" destId="{7EABD55D-14C1-4406-BF5F-8BCEA2A8F108}" srcOrd="0" destOrd="8" presId="urn:microsoft.com/office/officeart/2005/8/layout/vList5"/>
    <dgm:cxn modelId="{7ADC6BEF-1BBA-411E-9DA7-C15B95F55E19}" type="presOf" srcId="{6F25674B-80C1-4F2A-9FED-A33C15A5DC8A}" destId="{7EABD55D-14C1-4406-BF5F-8BCEA2A8F108}" srcOrd="0" destOrd="9" presId="urn:microsoft.com/office/officeart/2005/8/layout/vList5"/>
    <dgm:cxn modelId="{81CCEFF8-9FF2-4C6F-ADB2-ACC708CAF830}" srcId="{B766B07B-C75D-419E-A0CC-91BBD109E7F5}" destId="{2561FB81-AA1C-4EBE-8B95-EE1B054CFB61}" srcOrd="1" destOrd="0" parTransId="{03A881DE-50F9-4174-BCA8-3533B581A696}" sibTransId="{4FE58DB2-6140-4AEA-B851-40FEC5C4AC02}"/>
    <dgm:cxn modelId="{9EE32EFF-1419-43E1-B6BC-FF9FCBE6FD75}" srcId="{8C5A3EBD-F6BC-4BF1-89D6-4C1C10BD7B15}" destId="{38F2ED5E-F120-4E7A-B18B-4E0D9E90A216}" srcOrd="1" destOrd="0" parTransId="{5D11D84E-3A43-4231-93B4-BEA50BE12F25}" sibTransId="{D1689E91-EF12-4AA2-921A-2EE54045632A}"/>
    <dgm:cxn modelId="{F611C0FF-C9A0-45E3-A127-EBC3FA9CEFB2}" type="presOf" srcId="{38F2ED5E-F120-4E7A-B18B-4E0D9E90A216}" destId="{7EABD55D-14C1-4406-BF5F-8BCEA2A8F108}" srcOrd="0" destOrd="6" presId="urn:microsoft.com/office/officeart/2005/8/layout/vList5"/>
    <dgm:cxn modelId="{F925C5F8-11A8-4C20-BE00-B417251F8B83}" type="presParOf" srcId="{66FA4D3E-2FAB-40D4-B8D9-9A4D09103431}" destId="{7004C1C6-7177-454E-A96B-130100E9AC4C}" srcOrd="0" destOrd="0" presId="urn:microsoft.com/office/officeart/2005/8/layout/vList5"/>
    <dgm:cxn modelId="{64F93AAF-C53E-40BC-B281-F235875CEB75}" type="presParOf" srcId="{7004C1C6-7177-454E-A96B-130100E9AC4C}" destId="{9D459A8F-082E-44FF-A947-0890598ADA95}" srcOrd="0" destOrd="0" presId="urn:microsoft.com/office/officeart/2005/8/layout/vList5"/>
    <dgm:cxn modelId="{832B87B6-1D43-4D97-9369-75AECD3A43F0}" type="presParOf" srcId="{7004C1C6-7177-454E-A96B-130100E9AC4C}" destId="{7EABD55D-14C1-4406-BF5F-8BCEA2A8F10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0DD852-CE5E-488C-AEF8-7FC0890D31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99F95C9-D161-4019-BC83-7417E9EF16A1}">
      <dgm:prSet/>
      <dgm:spPr>
        <a:solidFill>
          <a:schemeClr val="bg2"/>
        </a:solidFill>
      </dgm:spPr>
      <dgm:t>
        <a:bodyPr/>
        <a:lstStyle/>
        <a:p>
          <a:r>
            <a:rPr lang="en-IN" b="1" dirty="0"/>
            <a:t>Reproducibility Measures</a:t>
          </a:r>
          <a:endParaRPr lang="en-IN" dirty="0"/>
        </a:p>
      </dgm:t>
    </dgm:pt>
    <dgm:pt modelId="{8E34D3E2-C849-490B-B01D-3B80C3D7024C}" type="parTrans" cxnId="{EAB0E4C9-6755-4CAF-874E-FBC187BFD339}">
      <dgm:prSet/>
      <dgm:spPr/>
      <dgm:t>
        <a:bodyPr/>
        <a:lstStyle/>
        <a:p>
          <a:endParaRPr lang="en-IN"/>
        </a:p>
      </dgm:t>
    </dgm:pt>
    <dgm:pt modelId="{4D622BB3-6F2F-42A0-863D-034BC70E07A5}" type="sibTrans" cxnId="{EAB0E4C9-6755-4CAF-874E-FBC187BFD339}">
      <dgm:prSet/>
      <dgm:spPr/>
      <dgm:t>
        <a:bodyPr/>
        <a:lstStyle/>
        <a:p>
          <a:endParaRPr lang="en-IN"/>
        </a:p>
      </dgm:t>
    </dgm:pt>
    <dgm:pt modelId="{A9466574-D0FB-45B0-9E48-27AF5EA0D7F2}">
      <dgm:prSet/>
      <dgm:spPr/>
      <dgm:t>
        <a:bodyPr/>
        <a:lstStyle/>
        <a:p>
          <a:r>
            <a:rPr lang="en-IN"/>
            <a:t>Fixed random seed (</a:t>
          </a:r>
          <a:r>
            <a:rPr lang="en-IN" b="1"/>
            <a:t>random_state = 42</a:t>
          </a:r>
          <a:r>
            <a:rPr lang="en-IN"/>
            <a:t>) </a:t>
          </a:r>
        </a:p>
      </dgm:t>
    </dgm:pt>
    <dgm:pt modelId="{7A1B1004-8C85-4F4D-B07E-6247A3A74A83}" type="parTrans" cxnId="{388940BE-6F27-4219-AB68-CDFE56A964FD}">
      <dgm:prSet/>
      <dgm:spPr/>
      <dgm:t>
        <a:bodyPr/>
        <a:lstStyle/>
        <a:p>
          <a:endParaRPr lang="en-IN"/>
        </a:p>
      </dgm:t>
    </dgm:pt>
    <dgm:pt modelId="{748F87E9-09FB-4231-AB61-1CD8C7BF5A1C}" type="sibTrans" cxnId="{388940BE-6F27-4219-AB68-CDFE56A964FD}">
      <dgm:prSet/>
      <dgm:spPr/>
      <dgm:t>
        <a:bodyPr/>
        <a:lstStyle/>
        <a:p>
          <a:endParaRPr lang="en-IN"/>
        </a:p>
      </dgm:t>
    </dgm:pt>
    <dgm:pt modelId="{2D52BF55-87A5-4529-8483-A08BF5894DFC}">
      <dgm:prSet/>
      <dgm:spPr/>
      <dgm:t>
        <a:bodyPr/>
        <a:lstStyle/>
        <a:p>
          <a:r>
            <a:rPr lang="en-IN"/>
            <a:t>Deterministic and consistent data splits </a:t>
          </a:r>
        </a:p>
      </dgm:t>
    </dgm:pt>
    <dgm:pt modelId="{A90F13F4-E249-45DB-AD7D-1211741F27CD}" type="parTrans" cxnId="{9A379770-5646-4935-A8B8-EC61D4072271}">
      <dgm:prSet/>
      <dgm:spPr/>
      <dgm:t>
        <a:bodyPr/>
        <a:lstStyle/>
        <a:p>
          <a:endParaRPr lang="en-IN"/>
        </a:p>
      </dgm:t>
    </dgm:pt>
    <dgm:pt modelId="{25D60FE3-16E5-4AEE-A107-DAEC5BABB5C7}" type="sibTrans" cxnId="{9A379770-5646-4935-A8B8-EC61D4072271}">
      <dgm:prSet/>
      <dgm:spPr/>
      <dgm:t>
        <a:bodyPr/>
        <a:lstStyle/>
        <a:p>
          <a:endParaRPr lang="en-IN"/>
        </a:p>
      </dgm:t>
    </dgm:pt>
    <dgm:pt modelId="{4AA98204-91CB-4AE3-A529-7AE546576CBB}">
      <dgm:prSet/>
      <dgm:spPr/>
      <dgm:t>
        <a:bodyPr/>
        <a:lstStyle/>
        <a:p>
          <a:r>
            <a:rPr lang="en-IN"/>
            <a:t>Saved split indices for: </a:t>
          </a:r>
        </a:p>
      </dgm:t>
    </dgm:pt>
    <dgm:pt modelId="{5AEAD4F5-65A9-4D55-B665-47924DE7510A}" type="parTrans" cxnId="{4E903A70-8B23-4255-B66C-EED7A4D5AED7}">
      <dgm:prSet/>
      <dgm:spPr/>
      <dgm:t>
        <a:bodyPr/>
        <a:lstStyle/>
        <a:p>
          <a:endParaRPr lang="en-IN"/>
        </a:p>
      </dgm:t>
    </dgm:pt>
    <dgm:pt modelId="{A88C5D69-3544-4C11-9DE2-B615501772BE}" type="sibTrans" cxnId="{4E903A70-8B23-4255-B66C-EED7A4D5AED7}">
      <dgm:prSet/>
      <dgm:spPr/>
      <dgm:t>
        <a:bodyPr/>
        <a:lstStyle/>
        <a:p>
          <a:endParaRPr lang="en-IN"/>
        </a:p>
      </dgm:t>
    </dgm:pt>
    <dgm:pt modelId="{2A481A9A-8344-4F79-948A-6CF3B6885826}">
      <dgm:prSet/>
      <dgm:spPr/>
      <dgm:t>
        <a:bodyPr/>
        <a:lstStyle/>
        <a:p>
          <a:r>
            <a:rPr lang="en-IN"/>
            <a:t>Experiment consistency </a:t>
          </a:r>
        </a:p>
      </dgm:t>
    </dgm:pt>
    <dgm:pt modelId="{3D8CE005-4C20-4699-8AFE-05F9B0ACF630}" type="parTrans" cxnId="{B464101D-F05D-4752-A2AF-E5C7AF352F9F}">
      <dgm:prSet/>
      <dgm:spPr/>
      <dgm:t>
        <a:bodyPr/>
        <a:lstStyle/>
        <a:p>
          <a:endParaRPr lang="en-IN"/>
        </a:p>
      </dgm:t>
    </dgm:pt>
    <dgm:pt modelId="{2A7708A9-F0BE-43DC-9282-58A2DF8E114C}" type="sibTrans" cxnId="{B464101D-F05D-4752-A2AF-E5C7AF352F9F}">
      <dgm:prSet/>
      <dgm:spPr/>
      <dgm:t>
        <a:bodyPr/>
        <a:lstStyle/>
        <a:p>
          <a:endParaRPr lang="en-IN"/>
        </a:p>
      </dgm:t>
    </dgm:pt>
    <dgm:pt modelId="{E77CBC03-63DB-4B8C-A9C3-DEE2241D2CBE}">
      <dgm:prSet/>
      <dgm:spPr/>
      <dgm:t>
        <a:bodyPr/>
        <a:lstStyle/>
        <a:p>
          <a:r>
            <a:rPr lang="en-IN" dirty="0"/>
            <a:t>Result comparison &amp; debugging </a:t>
          </a:r>
        </a:p>
      </dgm:t>
    </dgm:pt>
    <dgm:pt modelId="{BFDEBAAC-A2D5-429B-B185-7FF71871C120}" type="parTrans" cxnId="{FF53DBC4-4D6B-4192-8229-70E40486ECB9}">
      <dgm:prSet/>
      <dgm:spPr/>
      <dgm:t>
        <a:bodyPr/>
        <a:lstStyle/>
        <a:p>
          <a:endParaRPr lang="en-IN"/>
        </a:p>
      </dgm:t>
    </dgm:pt>
    <dgm:pt modelId="{595593AF-D588-49DD-9581-B7A70E79AC14}" type="sibTrans" cxnId="{FF53DBC4-4D6B-4192-8229-70E40486ECB9}">
      <dgm:prSet/>
      <dgm:spPr/>
      <dgm:t>
        <a:bodyPr/>
        <a:lstStyle/>
        <a:p>
          <a:endParaRPr lang="en-IN"/>
        </a:p>
      </dgm:t>
    </dgm:pt>
    <dgm:pt modelId="{F8C87F26-994A-49C3-9FAB-88229EB41BAC}">
      <dgm:prSet/>
      <dgm:spPr/>
      <dgm:t>
        <a:bodyPr/>
        <a:lstStyle/>
        <a:p>
          <a:r>
            <a:rPr lang="en-IN"/>
            <a:t>Preprocessing pipeline ensures consistent transformations 	</a:t>
          </a:r>
        </a:p>
      </dgm:t>
    </dgm:pt>
    <dgm:pt modelId="{78400918-6C21-4971-8D01-F297C60C313B}" type="parTrans" cxnId="{1C5FF78E-61CB-4EEB-9193-7B93ADD0FF80}">
      <dgm:prSet/>
      <dgm:spPr/>
      <dgm:t>
        <a:bodyPr/>
        <a:lstStyle/>
        <a:p>
          <a:endParaRPr lang="en-IN"/>
        </a:p>
      </dgm:t>
    </dgm:pt>
    <dgm:pt modelId="{D7000042-5243-4751-9F4A-C70A24A1AC3B}" type="sibTrans" cxnId="{1C5FF78E-61CB-4EEB-9193-7B93ADD0FF80}">
      <dgm:prSet/>
      <dgm:spPr/>
      <dgm:t>
        <a:bodyPr/>
        <a:lstStyle/>
        <a:p>
          <a:endParaRPr lang="en-IN"/>
        </a:p>
      </dgm:t>
    </dgm:pt>
    <dgm:pt modelId="{36C36B9A-524A-4DEB-901D-6F0AEE1717FA}">
      <dgm:prSet/>
      <dgm:spPr>
        <a:solidFill>
          <a:schemeClr val="bg2"/>
        </a:solidFill>
      </dgm:spPr>
      <dgm:t>
        <a:bodyPr/>
        <a:lstStyle/>
        <a:p>
          <a:r>
            <a:rPr lang="en-IN" b="1" dirty="0"/>
            <a:t>Leakage Prevention Checklist</a:t>
          </a:r>
          <a:endParaRPr lang="en-IN" dirty="0"/>
        </a:p>
      </dgm:t>
    </dgm:pt>
    <dgm:pt modelId="{F600CAC0-AED9-40FD-8BCA-A48E9885CF75}" type="parTrans" cxnId="{7351A8FA-CB39-4B14-AA61-4573B4DCEC65}">
      <dgm:prSet/>
      <dgm:spPr/>
      <dgm:t>
        <a:bodyPr/>
        <a:lstStyle/>
        <a:p>
          <a:endParaRPr lang="en-IN"/>
        </a:p>
      </dgm:t>
    </dgm:pt>
    <dgm:pt modelId="{C32B3D7B-0D4A-4755-84D5-93E295EEB83B}" type="sibTrans" cxnId="{7351A8FA-CB39-4B14-AA61-4573B4DCEC65}">
      <dgm:prSet/>
      <dgm:spPr/>
      <dgm:t>
        <a:bodyPr/>
        <a:lstStyle/>
        <a:p>
          <a:endParaRPr lang="en-IN"/>
        </a:p>
      </dgm:t>
    </dgm:pt>
    <dgm:pt modelId="{33F50ABB-ED85-4B3E-AA51-4162387496C5}">
      <dgm:prSet/>
      <dgm:spPr/>
      <dgm:t>
        <a:bodyPr/>
        <a:lstStyle/>
        <a:p>
          <a:r>
            <a:rPr lang="en-IN"/>
            <a:t>G1 &amp; G2 removed before splitting </a:t>
          </a:r>
        </a:p>
      </dgm:t>
    </dgm:pt>
    <dgm:pt modelId="{4394543C-6610-4924-AD3F-B0C4F8E46581}" type="parTrans" cxnId="{33647D74-95CA-48FC-8653-B1EC2D1258DE}">
      <dgm:prSet/>
      <dgm:spPr/>
      <dgm:t>
        <a:bodyPr/>
        <a:lstStyle/>
        <a:p>
          <a:endParaRPr lang="en-IN"/>
        </a:p>
      </dgm:t>
    </dgm:pt>
    <dgm:pt modelId="{4F48F6FA-27FD-4739-88D0-188B7B60A70F}" type="sibTrans" cxnId="{33647D74-95CA-48FC-8653-B1EC2D1258DE}">
      <dgm:prSet/>
      <dgm:spPr/>
      <dgm:t>
        <a:bodyPr/>
        <a:lstStyle/>
        <a:p>
          <a:endParaRPr lang="en-IN"/>
        </a:p>
      </dgm:t>
    </dgm:pt>
    <dgm:pt modelId="{5808F0BD-9921-4FB4-8413-A7A3C02DB367}">
      <dgm:prSet/>
      <dgm:spPr/>
      <dgm:t>
        <a:bodyPr/>
        <a:lstStyle/>
        <a:p>
          <a:r>
            <a:rPr lang="en-IN"/>
            <a:t>Target (G3) excluded from features </a:t>
          </a:r>
        </a:p>
      </dgm:t>
    </dgm:pt>
    <dgm:pt modelId="{DF35F737-DF17-41E5-8AFB-3487A685D713}" type="parTrans" cxnId="{1362D452-7676-4616-BCDF-F7267B07806A}">
      <dgm:prSet/>
      <dgm:spPr/>
      <dgm:t>
        <a:bodyPr/>
        <a:lstStyle/>
        <a:p>
          <a:endParaRPr lang="en-IN"/>
        </a:p>
      </dgm:t>
    </dgm:pt>
    <dgm:pt modelId="{754DD348-3D76-4E96-9309-992EB377EF4E}" type="sibTrans" cxnId="{1362D452-7676-4616-BCDF-F7267B07806A}">
      <dgm:prSet/>
      <dgm:spPr/>
      <dgm:t>
        <a:bodyPr/>
        <a:lstStyle/>
        <a:p>
          <a:endParaRPr lang="en-IN"/>
        </a:p>
      </dgm:t>
    </dgm:pt>
    <dgm:pt modelId="{C1331927-B630-41B1-AA03-4B9F61976DC8}">
      <dgm:prSet/>
      <dgm:spPr/>
      <dgm:t>
        <a:bodyPr/>
        <a:lstStyle/>
        <a:p>
          <a:r>
            <a:rPr lang="en-IN"/>
            <a:t>No overlap between train, validation, test sets </a:t>
          </a:r>
        </a:p>
      </dgm:t>
    </dgm:pt>
    <dgm:pt modelId="{8CA65FD1-4305-4FC5-A9E1-A2C03B23DB5A}" type="parTrans" cxnId="{C07FDD9B-583C-44EC-8F30-B919C80AE348}">
      <dgm:prSet/>
      <dgm:spPr/>
      <dgm:t>
        <a:bodyPr/>
        <a:lstStyle/>
        <a:p>
          <a:endParaRPr lang="en-IN"/>
        </a:p>
      </dgm:t>
    </dgm:pt>
    <dgm:pt modelId="{86388AEA-B329-45F5-8E26-D3D9B361978D}" type="sibTrans" cxnId="{C07FDD9B-583C-44EC-8F30-B919C80AE348}">
      <dgm:prSet/>
      <dgm:spPr/>
      <dgm:t>
        <a:bodyPr/>
        <a:lstStyle/>
        <a:p>
          <a:endParaRPr lang="en-IN"/>
        </a:p>
      </dgm:t>
    </dgm:pt>
    <dgm:pt modelId="{0917B70D-34F4-4BD2-8720-3A0A59E4F731}">
      <dgm:prSet/>
      <dgm:spPr/>
      <dgm:t>
        <a:bodyPr/>
        <a:lstStyle/>
        <a:p>
          <a:r>
            <a:rPr lang="en-IN"/>
            <a:t>Test set used only once for final evaluation </a:t>
          </a:r>
        </a:p>
      </dgm:t>
    </dgm:pt>
    <dgm:pt modelId="{4F063771-28BF-40F7-B18C-4D48A543EF64}" type="parTrans" cxnId="{03AD6E71-AAA9-4AAA-8154-0A28863AAF64}">
      <dgm:prSet/>
      <dgm:spPr/>
      <dgm:t>
        <a:bodyPr/>
        <a:lstStyle/>
        <a:p>
          <a:endParaRPr lang="en-IN"/>
        </a:p>
      </dgm:t>
    </dgm:pt>
    <dgm:pt modelId="{19E1FC10-B792-4A0B-9C9B-07605A520F70}" type="sibTrans" cxnId="{03AD6E71-AAA9-4AAA-8154-0A28863AAF64}">
      <dgm:prSet/>
      <dgm:spPr/>
      <dgm:t>
        <a:bodyPr/>
        <a:lstStyle/>
        <a:p>
          <a:endParaRPr lang="en-IN"/>
        </a:p>
      </dgm:t>
    </dgm:pt>
    <dgm:pt modelId="{8BB7886B-D96B-43A8-ADAD-49DEE22BBF52}">
      <dgm:prSet/>
      <dgm:spPr/>
      <dgm:t>
        <a:bodyPr/>
        <a:lstStyle/>
        <a:p>
          <a:r>
            <a:rPr lang="en-IN"/>
            <a:t>Preprocessing fitted only on training data</a:t>
          </a:r>
        </a:p>
      </dgm:t>
    </dgm:pt>
    <dgm:pt modelId="{518B4CE2-2F43-4A0D-8220-9DD762D5F8CC}" type="parTrans" cxnId="{0436F363-77CC-48AF-B7D5-71B42549358C}">
      <dgm:prSet/>
      <dgm:spPr/>
      <dgm:t>
        <a:bodyPr/>
        <a:lstStyle/>
        <a:p>
          <a:endParaRPr lang="en-IN"/>
        </a:p>
      </dgm:t>
    </dgm:pt>
    <dgm:pt modelId="{1D3D28A5-D3B3-4AF4-B7C3-6534AF4A0B24}" type="sibTrans" cxnId="{0436F363-77CC-48AF-B7D5-71B42549358C}">
      <dgm:prSet/>
      <dgm:spPr/>
      <dgm:t>
        <a:bodyPr/>
        <a:lstStyle/>
        <a:p>
          <a:endParaRPr lang="en-IN"/>
        </a:p>
      </dgm:t>
    </dgm:pt>
    <dgm:pt modelId="{266318B2-774D-4345-AE79-379216355A18}" type="pres">
      <dgm:prSet presAssocID="{BC0DD852-CE5E-488C-AEF8-7FC0890D31AD}" presName="linear" presStyleCnt="0">
        <dgm:presLayoutVars>
          <dgm:animLvl val="lvl"/>
          <dgm:resizeHandles val="exact"/>
        </dgm:presLayoutVars>
      </dgm:prSet>
      <dgm:spPr/>
    </dgm:pt>
    <dgm:pt modelId="{103CD3A9-C05C-4020-B0C5-D18936A100B7}" type="pres">
      <dgm:prSet presAssocID="{099F95C9-D161-4019-BC83-7417E9EF16A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2DA3511-3B8B-4453-91E9-12197DE0BB27}" type="pres">
      <dgm:prSet presAssocID="{099F95C9-D161-4019-BC83-7417E9EF16A1}" presName="childText" presStyleLbl="revTx" presStyleIdx="0" presStyleCnt="2">
        <dgm:presLayoutVars>
          <dgm:bulletEnabled val="1"/>
        </dgm:presLayoutVars>
      </dgm:prSet>
      <dgm:spPr/>
    </dgm:pt>
    <dgm:pt modelId="{A8675878-5F49-449F-9F12-401CA592FA75}" type="pres">
      <dgm:prSet presAssocID="{36C36B9A-524A-4DEB-901D-6F0AEE1717F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4BA8C3A-74B7-421F-A898-B2D9936BE2EC}" type="pres">
      <dgm:prSet presAssocID="{36C36B9A-524A-4DEB-901D-6F0AEE1717F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45E5609-FA5B-4656-A3B1-4DD3EB4C1E4C}" type="presOf" srcId="{2D52BF55-87A5-4529-8483-A08BF5894DFC}" destId="{92DA3511-3B8B-4453-91E9-12197DE0BB27}" srcOrd="0" destOrd="1" presId="urn:microsoft.com/office/officeart/2005/8/layout/vList2"/>
    <dgm:cxn modelId="{875AEA0C-51CD-45A8-B5F1-234E148D5124}" type="presOf" srcId="{C1331927-B630-41B1-AA03-4B9F61976DC8}" destId="{34BA8C3A-74B7-421F-A898-B2D9936BE2EC}" srcOrd="0" destOrd="2" presId="urn:microsoft.com/office/officeart/2005/8/layout/vList2"/>
    <dgm:cxn modelId="{5044F00F-EF13-4E67-AAA3-DE0FFD2899F7}" type="presOf" srcId="{0917B70D-34F4-4BD2-8720-3A0A59E4F731}" destId="{34BA8C3A-74B7-421F-A898-B2D9936BE2EC}" srcOrd="0" destOrd="3" presId="urn:microsoft.com/office/officeart/2005/8/layout/vList2"/>
    <dgm:cxn modelId="{B464101D-F05D-4752-A2AF-E5C7AF352F9F}" srcId="{4AA98204-91CB-4AE3-A529-7AE546576CBB}" destId="{2A481A9A-8344-4F79-948A-6CF3B6885826}" srcOrd="0" destOrd="0" parTransId="{3D8CE005-4C20-4699-8AFE-05F9B0ACF630}" sibTransId="{2A7708A9-F0BE-43DC-9282-58A2DF8E114C}"/>
    <dgm:cxn modelId="{7BC63A36-23A0-4B06-8C8F-2AE23EEEA355}" type="presOf" srcId="{E77CBC03-63DB-4B8C-A9C3-DEE2241D2CBE}" destId="{92DA3511-3B8B-4453-91E9-12197DE0BB27}" srcOrd="0" destOrd="4" presId="urn:microsoft.com/office/officeart/2005/8/layout/vList2"/>
    <dgm:cxn modelId="{0436F363-77CC-48AF-B7D5-71B42549358C}" srcId="{36C36B9A-524A-4DEB-901D-6F0AEE1717FA}" destId="{8BB7886B-D96B-43A8-ADAD-49DEE22BBF52}" srcOrd="4" destOrd="0" parTransId="{518B4CE2-2F43-4A0D-8220-9DD762D5F8CC}" sibTransId="{1D3D28A5-D3B3-4AF4-B7C3-6534AF4A0B24}"/>
    <dgm:cxn modelId="{4E903A70-8B23-4255-B66C-EED7A4D5AED7}" srcId="{099F95C9-D161-4019-BC83-7417E9EF16A1}" destId="{4AA98204-91CB-4AE3-A529-7AE546576CBB}" srcOrd="2" destOrd="0" parTransId="{5AEAD4F5-65A9-4D55-B665-47924DE7510A}" sibTransId="{A88C5D69-3544-4C11-9DE2-B615501772BE}"/>
    <dgm:cxn modelId="{9A379770-5646-4935-A8B8-EC61D4072271}" srcId="{099F95C9-D161-4019-BC83-7417E9EF16A1}" destId="{2D52BF55-87A5-4529-8483-A08BF5894DFC}" srcOrd="1" destOrd="0" parTransId="{A90F13F4-E249-45DB-AD7D-1211741F27CD}" sibTransId="{25D60FE3-16E5-4AEE-A107-DAEC5BABB5C7}"/>
    <dgm:cxn modelId="{03AD6E71-AAA9-4AAA-8154-0A28863AAF64}" srcId="{36C36B9A-524A-4DEB-901D-6F0AEE1717FA}" destId="{0917B70D-34F4-4BD2-8720-3A0A59E4F731}" srcOrd="3" destOrd="0" parTransId="{4F063771-28BF-40F7-B18C-4D48A543EF64}" sibTransId="{19E1FC10-B792-4A0B-9C9B-07605A520F70}"/>
    <dgm:cxn modelId="{68335072-9698-4DEC-8776-7320105DF6B3}" type="presOf" srcId="{33F50ABB-ED85-4B3E-AA51-4162387496C5}" destId="{34BA8C3A-74B7-421F-A898-B2D9936BE2EC}" srcOrd="0" destOrd="0" presId="urn:microsoft.com/office/officeart/2005/8/layout/vList2"/>
    <dgm:cxn modelId="{1362D452-7676-4616-BCDF-F7267B07806A}" srcId="{36C36B9A-524A-4DEB-901D-6F0AEE1717FA}" destId="{5808F0BD-9921-4FB4-8413-A7A3C02DB367}" srcOrd="1" destOrd="0" parTransId="{DF35F737-DF17-41E5-8AFB-3487A685D713}" sibTransId="{754DD348-3D76-4E96-9309-992EB377EF4E}"/>
    <dgm:cxn modelId="{33647D74-95CA-48FC-8653-B1EC2D1258DE}" srcId="{36C36B9A-524A-4DEB-901D-6F0AEE1717FA}" destId="{33F50ABB-ED85-4B3E-AA51-4162387496C5}" srcOrd="0" destOrd="0" parTransId="{4394543C-6610-4924-AD3F-B0C4F8E46581}" sibTransId="{4F48F6FA-27FD-4739-88D0-188B7B60A70F}"/>
    <dgm:cxn modelId="{AE71E877-5AB9-48EE-BBFA-E476522D168D}" type="presOf" srcId="{099F95C9-D161-4019-BC83-7417E9EF16A1}" destId="{103CD3A9-C05C-4020-B0C5-D18936A100B7}" srcOrd="0" destOrd="0" presId="urn:microsoft.com/office/officeart/2005/8/layout/vList2"/>
    <dgm:cxn modelId="{71747E8E-694C-40E2-837D-6BCCC8B79B79}" type="presOf" srcId="{F8C87F26-994A-49C3-9FAB-88229EB41BAC}" destId="{92DA3511-3B8B-4453-91E9-12197DE0BB27}" srcOrd="0" destOrd="5" presId="urn:microsoft.com/office/officeart/2005/8/layout/vList2"/>
    <dgm:cxn modelId="{1C5FF78E-61CB-4EEB-9193-7B93ADD0FF80}" srcId="{099F95C9-D161-4019-BC83-7417E9EF16A1}" destId="{F8C87F26-994A-49C3-9FAB-88229EB41BAC}" srcOrd="3" destOrd="0" parTransId="{78400918-6C21-4971-8D01-F297C60C313B}" sibTransId="{D7000042-5243-4751-9F4A-C70A24A1AC3B}"/>
    <dgm:cxn modelId="{C07FDD9B-583C-44EC-8F30-B919C80AE348}" srcId="{36C36B9A-524A-4DEB-901D-6F0AEE1717FA}" destId="{C1331927-B630-41B1-AA03-4B9F61976DC8}" srcOrd="2" destOrd="0" parTransId="{8CA65FD1-4305-4FC5-A9E1-A2C03B23DB5A}" sibTransId="{86388AEA-B329-45F5-8E26-D3D9B361978D}"/>
    <dgm:cxn modelId="{DA8AD6AF-CCC3-4B67-BAB2-4E0FBB6342D9}" type="presOf" srcId="{5808F0BD-9921-4FB4-8413-A7A3C02DB367}" destId="{34BA8C3A-74B7-421F-A898-B2D9936BE2EC}" srcOrd="0" destOrd="1" presId="urn:microsoft.com/office/officeart/2005/8/layout/vList2"/>
    <dgm:cxn modelId="{6D8005B0-75A8-480A-9F51-5C80538C45A0}" type="presOf" srcId="{8BB7886B-D96B-43A8-ADAD-49DEE22BBF52}" destId="{34BA8C3A-74B7-421F-A898-B2D9936BE2EC}" srcOrd="0" destOrd="4" presId="urn:microsoft.com/office/officeart/2005/8/layout/vList2"/>
    <dgm:cxn modelId="{C1B734B6-A2A9-4309-B0C1-D9F8A74E8FC9}" type="presOf" srcId="{36C36B9A-524A-4DEB-901D-6F0AEE1717FA}" destId="{A8675878-5F49-449F-9F12-401CA592FA75}" srcOrd="0" destOrd="0" presId="urn:microsoft.com/office/officeart/2005/8/layout/vList2"/>
    <dgm:cxn modelId="{388940BE-6F27-4219-AB68-CDFE56A964FD}" srcId="{099F95C9-D161-4019-BC83-7417E9EF16A1}" destId="{A9466574-D0FB-45B0-9E48-27AF5EA0D7F2}" srcOrd="0" destOrd="0" parTransId="{7A1B1004-8C85-4F4D-B07E-6247A3A74A83}" sibTransId="{748F87E9-09FB-4231-AB61-1CD8C7BF5A1C}"/>
    <dgm:cxn modelId="{FF53DBC4-4D6B-4192-8229-70E40486ECB9}" srcId="{4AA98204-91CB-4AE3-A529-7AE546576CBB}" destId="{E77CBC03-63DB-4B8C-A9C3-DEE2241D2CBE}" srcOrd="1" destOrd="0" parTransId="{BFDEBAAC-A2D5-429B-B185-7FF71871C120}" sibTransId="{595593AF-D588-49DD-9581-B7A70E79AC14}"/>
    <dgm:cxn modelId="{EAB0E4C9-6755-4CAF-874E-FBC187BFD339}" srcId="{BC0DD852-CE5E-488C-AEF8-7FC0890D31AD}" destId="{099F95C9-D161-4019-BC83-7417E9EF16A1}" srcOrd="0" destOrd="0" parTransId="{8E34D3E2-C849-490B-B01D-3B80C3D7024C}" sibTransId="{4D622BB3-6F2F-42A0-863D-034BC70E07A5}"/>
    <dgm:cxn modelId="{658D09D3-5D90-4224-A334-0C0B2CF108FE}" type="presOf" srcId="{BC0DD852-CE5E-488C-AEF8-7FC0890D31AD}" destId="{266318B2-774D-4345-AE79-379216355A18}" srcOrd="0" destOrd="0" presId="urn:microsoft.com/office/officeart/2005/8/layout/vList2"/>
    <dgm:cxn modelId="{DF6B11EB-F57E-4C2D-82F5-7CF2608FE7F3}" type="presOf" srcId="{2A481A9A-8344-4F79-948A-6CF3B6885826}" destId="{92DA3511-3B8B-4453-91E9-12197DE0BB27}" srcOrd="0" destOrd="3" presId="urn:microsoft.com/office/officeart/2005/8/layout/vList2"/>
    <dgm:cxn modelId="{7E0328F1-2F39-44DA-81E2-98423E61DBA8}" type="presOf" srcId="{A9466574-D0FB-45B0-9E48-27AF5EA0D7F2}" destId="{92DA3511-3B8B-4453-91E9-12197DE0BB27}" srcOrd="0" destOrd="0" presId="urn:microsoft.com/office/officeart/2005/8/layout/vList2"/>
    <dgm:cxn modelId="{531BCEF9-5A1D-40DC-BDEB-C87D99894BC8}" type="presOf" srcId="{4AA98204-91CB-4AE3-A529-7AE546576CBB}" destId="{92DA3511-3B8B-4453-91E9-12197DE0BB27}" srcOrd="0" destOrd="2" presId="urn:microsoft.com/office/officeart/2005/8/layout/vList2"/>
    <dgm:cxn modelId="{7351A8FA-CB39-4B14-AA61-4573B4DCEC65}" srcId="{BC0DD852-CE5E-488C-AEF8-7FC0890D31AD}" destId="{36C36B9A-524A-4DEB-901D-6F0AEE1717FA}" srcOrd="1" destOrd="0" parTransId="{F600CAC0-AED9-40FD-8BCA-A48E9885CF75}" sibTransId="{C32B3D7B-0D4A-4755-84D5-93E295EEB83B}"/>
    <dgm:cxn modelId="{DF45C0E5-3FF8-43D3-BAE5-0266DD7EB161}" type="presParOf" srcId="{266318B2-774D-4345-AE79-379216355A18}" destId="{103CD3A9-C05C-4020-B0C5-D18936A100B7}" srcOrd="0" destOrd="0" presId="urn:microsoft.com/office/officeart/2005/8/layout/vList2"/>
    <dgm:cxn modelId="{7F5A955A-317D-4469-979F-D3DF083792D8}" type="presParOf" srcId="{266318B2-774D-4345-AE79-379216355A18}" destId="{92DA3511-3B8B-4453-91E9-12197DE0BB27}" srcOrd="1" destOrd="0" presId="urn:microsoft.com/office/officeart/2005/8/layout/vList2"/>
    <dgm:cxn modelId="{2EFB405C-F7BC-4E59-924E-E502FE3C515D}" type="presParOf" srcId="{266318B2-774D-4345-AE79-379216355A18}" destId="{A8675878-5F49-449F-9F12-401CA592FA75}" srcOrd="2" destOrd="0" presId="urn:microsoft.com/office/officeart/2005/8/layout/vList2"/>
    <dgm:cxn modelId="{6498EAB1-1142-40D6-AB4B-9B2945B28368}" type="presParOf" srcId="{266318B2-774D-4345-AE79-379216355A18}" destId="{34BA8C3A-74B7-421F-A898-B2D9936BE2E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DE873A-74DE-49C6-A572-479EB9A9BAA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AA552EA-150D-43FD-B42F-E2392094C0B7}">
      <dgm:prSet/>
      <dgm:spPr>
        <a:solidFill>
          <a:schemeClr val="bg2"/>
        </a:solidFill>
      </dgm:spPr>
      <dgm:t>
        <a:bodyPr/>
        <a:lstStyle/>
        <a:p>
          <a:r>
            <a:rPr lang="en-IN" b="1"/>
            <a:t>Model Selection</a:t>
          </a:r>
          <a:endParaRPr lang="en-IN"/>
        </a:p>
      </dgm:t>
    </dgm:pt>
    <dgm:pt modelId="{8B324B6B-6D05-4A1D-B7DF-57B08D2390F9}" type="parTrans" cxnId="{C9C610BA-7EC2-4AF5-8D2B-FD413F1CD837}">
      <dgm:prSet/>
      <dgm:spPr/>
      <dgm:t>
        <a:bodyPr/>
        <a:lstStyle/>
        <a:p>
          <a:endParaRPr lang="en-IN"/>
        </a:p>
      </dgm:t>
    </dgm:pt>
    <dgm:pt modelId="{B1CC62B4-5610-4891-8661-591A3BB29897}" type="sibTrans" cxnId="{C9C610BA-7EC2-4AF5-8D2B-FD413F1CD837}">
      <dgm:prSet/>
      <dgm:spPr/>
      <dgm:t>
        <a:bodyPr/>
        <a:lstStyle/>
        <a:p>
          <a:endParaRPr lang="en-IN"/>
        </a:p>
      </dgm:t>
    </dgm:pt>
    <dgm:pt modelId="{E839F953-A713-4068-8B89-97A8EA6CE093}">
      <dgm:prSet/>
      <dgm:spPr/>
      <dgm:t>
        <a:bodyPr/>
        <a:lstStyle/>
        <a:p>
          <a:r>
            <a:rPr lang="en-IN"/>
            <a:t>Chosen </a:t>
          </a:r>
          <a:r>
            <a:rPr lang="en-IN" b="1"/>
            <a:t>XGBRegressor</a:t>
          </a:r>
          <a:r>
            <a:rPr lang="en-IN"/>
            <a:t> for: </a:t>
          </a:r>
        </a:p>
      </dgm:t>
    </dgm:pt>
    <dgm:pt modelId="{5BB6D3E6-7386-4881-9C66-09E3BF054139}" type="parTrans" cxnId="{BE9A5911-7B0C-4357-9D7C-BF506F000CEE}">
      <dgm:prSet/>
      <dgm:spPr/>
      <dgm:t>
        <a:bodyPr/>
        <a:lstStyle/>
        <a:p>
          <a:endParaRPr lang="en-IN"/>
        </a:p>
      </dgm:t>
    </dgm:pt>
    <dgm:pt modelId="{F2ADA94E-1A17-4EF4-8039-954BA59CEB4B}" type="sibTrans" cxnId="{BE9A5911-7B0C-4357-9D7C-BF506F000CEE}">
      <dgm:prSet/>
      <dgm:spPr/>
      <dgm:t>
        <a:bodyPr/>
        <a:lstStyle/>
        <a:p>
          <a:endParaRPr lang="en-IN"/>
        </a:p>
      </dgm:t>
    </dgm:pt>
    <dgm:pt modelId="{0925659F-85FE-4233-8012-2AD3A07DEDB7}">
      <dgm:prSet/>
      <dgm:spPr/>
      <dgm:t>
        <a:bodyPr/>
        <a:lstStyle/>
        <a:p>
          <a:r>
            <a:rPr lang="en-IN"/>
            <a:t>Strong performance on tabular data </a:t>
          </a:r>
        </a:p>
      </dgm:t>
    </dgm:pt>
    <dgm:pt modelId="{A4E98C81-D54B-45B9-A6CE-C946CF71FE90}" type="parTrans" cxnId="{06596D27-3A22-49A4-B406-29992C155B5E}">
      <dgm:prSet/>
      <dgm:spPr/>
      <dgm:t>
        <a:bodyPr/>
        <a:lstStyle/>
        <a:p>
          <a:endParaRPr lang="en-IN"/>
        </a:p>
      </dgm:t>
    </dgm:pt>
    <dgm:pt modelId="{3101C251-4506-414D-99B0-BAFD2A6097DD}" type="sibTrans" cxnId="{06596D27-3A22-49A4-B406-29992C155B5E}">
      <dgm:prSet/>
      <dgm:spPr/>
      <dgm:t>
        <a:bodyPr/>
        <a:lstStyle/>
        <a:p>
          <a:endParaRPr lang="en-IN"/>
        </a:p>
      </dgm:t>
    </dgm:pt>
    <dgm:pt modelId="{FE593FD1-1C3E-4036-B040-B6169D6FC2DE}">
      <dgm:prSet/>
      <dgm:spPr/>
      <dgm:t>
        <a:bodyPr/>
        <a:lstStyle/>
        <a:p>
          <a:r>
            <a:rPr lang="en-IN"/>
            <a:t>Captures </a:t>
          </a:r>
          <a:r>
            <a:rPr lang="en-IN" b="1"/>
            <a:t>non-linear relationships</a:t>
          </a:r>
          <a:r>
            <a:rPr lang="en-IN"/>
            <a:t> </a:t>
          </a:r>
        </a:p>
      </dgm:t>
    </dgm:pt>
    <dgm:pt modelId="{63828B4E-E839-48F8-98DA-6974DB6DCFA2}" type="parTrans" cxnId="{D22BC747-03BF-436C-A36B-769D3BF43C6E}">
      <dgm:prSet/>
      <dgm:spPr/>
      <dgm:t>
        <a:bodyPr/>
        <a:lstStyle/>
        <a:p>
          <a:endParaRPr lang="en-IN"/>
        </a:p>
      </dgm:t>
    </dgm:pt>
    <dgm:pt modelId="{D64EBC7B-0C6E-4E18-986C-F4A908B3A740}" type="sibTrans" cxnId="{D22BC747-03BF-436C-A36B-769D3BF43C6E}">
      <dgm:prSet/>
      <dgm:spPr/>
      <dgm:t>
        <a:bodyPr/>
        <a:lstStyle/>
        <a:p>
          <a:endParaRPr lang="en-IN"/>
        </a:p>
      </dgm:t>
    </dgm:pt>
    <dgm:pt modelId="{574F39D6-8CBF-4264-8B66-975BDFD2654F}">
      <dgm:prSet/>
      <dgm:spPr/>
      <dgm:t>
        <a:bodyPr/>
        <a:lstStyle/>
        <a:p>
          <a:r>
            <a:rPr lang="en-IN"/>
            <a:t>Built-in </a:t>
          </a:r>
          <a:r>
            <a:rPr lang="en-IN" b="1"/>
            <a:t>regularization</a:t>
          </a:r>
          <a:r>
            <a:rPr lang="en-IN"/>
            <a:t> (controls overfitting) </a:t>
          </a:r>
        </a:p>
      </dgm:t>
    </dgm:pt>
    <dgm:pt modelId="{9AE30269-D866-4A4E-B88A-D76407EA77B8}" type="parTrans" cxnId="{426CD603-3A4A-492D-87A4-03232E2772AE}">
      <dgm:prSet/>
      <dgm:spPr/>
      <dgm:t>
        <a:bodyPr/>
        <a:lstStyle/>
        <a:p>
          <a:endParaRPr lang="en-IN"/>
        </a:p>
      </dgm:t>
    </dgm:pt>
    <dgm:pt modelId="{F5353BD7-6959-4482-B4C1-D370C3EEDC3E}" type="sibTrans" cxnId="{426CD603-3A4A-492D-87A4-03232E2772AE}">
      <dgm:prSet/>
      <dgm:spPr/>
      <dgm:t>
        <a:bodyPr/>
        <a:lstStyle/>
        <a:p>
          <a:endParaRPr lang="en-IN"/>
        </a:p>
      </dgm:t>
    </dgm:pt>
    <dgm:pt modelId="{3D8A13A6-C5A8-4CA1-A3E0-AAE3007BFD9C}">
      <dgm:prSet/>
      <dgm:spPr/>
      <dgm:t>
        <a:bodyPr/>
        <a:lstStyle/>
        <a:p>
          <a:r>
            <a:rPr lang="en-IN"/>
            <a:t>Handles mixed feature types effectively </a:t>
          </a:r>
        </a:p>
      </dgm:t>
    </dgm:pt>
    <dgm:pt modelId="{6D48DCE4-A341-4817-89D2-2753240BCEDB}" type="parTrans" cxnId="{C6AE2055-48E4-4D05-A003-489F40B005AB}">
      <dgm:prSet/>
      <dgm:spPr/>
      <dgm:t>
        <a:bodyPr/>
        <a:lstStyle/>
        <a:p>
          <a:endParaRPr lang="en-IN"/>
        </a:p>
      </dgm:t>
    </dgm:pt>
    <dgm:pt modelId="{B21A6422-BE09-48A2-836B-B1E8C767A284}" type="sibTrans" cxnId="{C6AE2055-48E4-4D05-A003-489F40B005AB}">
      <dgm:prSet/>
      <dgm:spPr/>
      <dgm:t>
        <a:bodyPr/>
        <a:lstStyle/>
        <a:p>
          <a:endParaRPr lang="en-IN"/>
        </a:p>
      </dgm:t>
    </dgm:pt>
    <dgm:pt modelId="{C19AEF7C-79C7-4EA1-A4CF-0260E5805D37}">
      <dgm:prSet/>
      <dgm:spPr>
        <a:solidFill>
          <a:schemeClr val="bg2"/>
        </a:solidFill>
      </dgm:spPr>
      <dgm:t>
        <a:bodyPr/>
        <a:lstStyle/>
        <a:p>
          <a:r>
            <a:rPr lang="en-IN" b="1"/>
            <a:t>Model Configuration</a:t>
          </a:r>
          <a:endParaRPr lang="en-IN"/>
        </a:p>
      </dgm:t>
    </dgm:pt>
    <dgm:pt modelId="{EC7AA77D-4A77-480B-B22A-B25DA5E5EAEC}" type="parTrans" cxnId="{09E2D094-D8EC-4196-BE5F-6A8193279395}">
      <dgm:prSet/>
      <dgm:spPr/>
      <dgm:t>
        <a:bodyPr/>
        <a:lstStyle/>
        <a:p>
          <a:endParaRPr lang="en-IN"/>
        </a:p>
      </dgm:t>
    </dgm:pt>
    <dgm:pt modelId="{1934F96A-5C3F-485D-92F3-BCC3CC59432F}" type="sibTrans" cxnId="{09E2D094-D8EC-4196-BE5F-6A8193279395}">
      <dgm:prSet/>
      <dgm:spPr/>
      <dgm:t>
        <a:bodyPr/>
        <a:lstStyle/>
        <a:p>
          <a:endParaRPr lang="en-IN"/>
        </a:p>
      </dgm:t>
    </dgm:pt>
    <dgm:pt modelId="{D5A04F1E-A499-4812-8712-12EE81A795FC}">
      <dgm:prSet/>
      <dgm:spPr/>
      <dgm:t>
        <a:bodyPr/>
        <a:lstStyle/>
        <a:p>
          <a:r>
            <a:rPr lang="en-IN"/>
            <a:t>Objective: </a:t>
          </a:r>
          <a:r>
            <a:rPr lang="en-IN" b="1"/>
            <a:t>reg:squarederror</a:t>
          </a:r>
          <a:r>
            <a:rPr lang="en-IN"/>
            <a:t> </a:t>
          </a:r>
        </a:p>
      </dgm:t>
    </dgm:pt>
    <dgm:pt modelId="{57D0F94C-FC7D-48A6-A118-BFBF43D1157F}" type="parTrans" cxnId="{9C6FC45C-A831-4A52-A766-234B3B261866}">
      <dgm:prSet/>
      <dgm:spPr/>
      <dgm:t>
        <a:bodyPr/>
        <a:lstStyle/>
        <a:p>
          <a:endParaRPr lang="en-IN"/>
        </a:p>
      </dgm:t>
    </dgm:pt>
    <dgm:pt modelId="{85A5C97A-19FA-4518-9192-F5F754C01E79}" type="sibTrans" cxnId="{9C6FC45C-A831-4A52-A766-234B3B261866}">
      <dgm:prSet/>
      <dgm:spPr/>
      <dgm:t>
        <a:bodyPr/>
        <a:lstStyle/>
        <a:p>
          <a:endParaRPr lang="en-IN"/>
        </a:p>
      </dgm:t>
    </dgm:pt>
    <dgm:pt modelId="{A40E51CF-0650-43A6-BA05-47931ED1EF43}">
      <dgm:prSet/>
      <dgm:spPr/>
      <dgm:t>
        <a:bodyPr/>
        <a:lstStyle/>
        <a:p>
          <a:r>
            <a:rPr lang="en-IN"/>
            <a:t>Evaluation Metric: </a:t>
          </a:r>
          <a:r>
            <a:rPr lang="en-IN" b="1"/>
            <a:t>RMSE</a:t>
          </a:r>
          <a:r>
            <a:rPr lang="en-IN"/>
            <a:t> </a:t>
          </a:r>
        </a:p>
      </dgm:t>
    </dgm:pt>
    <dgm:pt modelId="{B99B0A38-C19D-43B4-BCD8-BCBF4E587AAD}" type="parTrans" cxnId="{F08601DA-DF85-435A-8F0D-2133340F9DC3}">
      <dgm:prSet/>
      <dgm:spPr/>
      <dgm:t>
        <a:bodyPr/>
        <a:lstStyle/>
        <a:p>
          <a:endParaRPr lang="en-IN"/>
        </a:p>
      </dgm:t>
    </dgm:pt>
    <dgm:pt modelId="{D8F88294-8E2C-473E-97FA-BC2C37303E72}" type="sibTrans" cxnId="{F08601DA-DF85-435A-8F0D-2133340F9DC3}">
      <dgm:prSet/>
      <dgm:spPr/>
      <dgm:t>
        <a:bodyPr/>
        <a:lstStyle/>
        <a:p>
          <a:endParaRPr lang="en-IN"/>
        </a:p>
      </dgm:t>
    </dgm:pt>
    <dgm:pt modelId="{0E44A40D-1B95-4804-87E0-148C66030F40}">
      <dgm:prSet/>
      <dgm:spPr/>
      <dgm:t>
        <a:bodyPr/>
        <a:lstStyle/>
        <a:p>
          <a:r>
            <a:rPr lang="en-IN"/>
            <a:t>Random State: </a:t>
          </a:r>
          <a:r>
            <a:rPr lang="en-IN" b="1"/>
            <a:t>42</a:t>
          </a:r>
          <a:r>
            <a:rPr lang="en-IN"/>
            <a:t> </a:t>
          </a:r>
        </a:p>
      </dgm:t>
    </dgm:pt>
    <dgm:pt modelId="{D058F4CF-720F-4CE9-ADA5-E4E33729F8EB}" type="parTrans" cxnId="{3190A913-3237-46F6-8C9C-3E8A27F2CEE6}">
      <dgm:prSet/>
      <dgm:spPr/>
      <dgm:t>
        <a:bodyPr/>
        <a:lstStyle/>
        <a:p>
          <a:endParaRPr lang="en-IN"/>
        </a:p>
      </dgm:t>
    </dgm:pt>
    <dgm:pt modelId="{D91EDC0D-B5C2-4340-AA7C-92AEEC383950}" type="sibTrans" cxnId="{3190A913-3237-46F6-8C9C-3E8A27F2CEE6}">
      <dgm:prSet/>
      <dgm:spPr/>
      <dgm:t>
        <a:bodyPr/>
        <a:lstStyle/>
        <a:p>
          <a:endParaRPr lang="en-IN"/>
        </a:p>
      </dgm:t>
    </dgm:pt>
    <dgm:pt modelId="{745A1495-B448-41FF-879C-25D57B4950B9}">
      <dgm:prSet/>
      <dgm:spPr/>
      <dgm:t>
        <a:bodyPr/>
        <a:lstStyle/>
        <a:p>
          <a:r>
            <a:rPr lang="en-IN"/>
            <a:t>Trained on </a:t>
          </a:r>
          <a:r>
            <a:rPr lang="en-IN" b="1"/>
            <a:t>train set</a:t>
          </a:r>
          <a:r>
            <a:rPr lang="en-IN"/>
            <a:t>, evaluated on </a:t>
          </a:r>
          <a:r>
            <a:rPr lang="en-IN" b="1"/>
            <a:t>validation set</a:t>
          </a:r>
          <a:endParaRPr lang="en-IN"/>
        </a:p>
      </dgm:t>
    </dgm:pt>
    <dgm:pt modelId="{EA0F9978-E3BA-4291-840C-9BED62247C5A}" type="parTrans" cxnId="{EA7DDAA0-4541-4EED-A3D8-A3C8B5456314}">
      <dgm:prSet/>
      <dgm:spPr/>
      <dgm:t>
        <a:bodyPr/>
        <a:lstStyle/>
        <a:p>
          <a:endParaRPr lang="en-IN"/>
        </a:p>
      </dgm:t>
    </dgm:pt>
    <dgm:pt modelId="{CD08B5FB-74BF-475F-852E-5566ABF7162E}" type="sibTrans" cxnId="{EA7DDAA0-4541-4EED-A3D8-A3C8B5456314}">
      <dgm:prSet/>
      <dgm:spPr/>
      <dgm:t>
        <a:bodyPr/>
        <a:lstStyle/>
        <a:p>
          <a:endParaRPr lang="en-IN"/>
        </a:p>
      </dgm:t>
    </dgm:pt>
    <dgm:pt modelId="{2584A27B-4358-4640-BA2F-D1C89B17DFE0}">
      <dgm:prSet/>
      <dgm:spPr>
        <a:solidFill>
          <a:schemeClr val="bg2"/>
        </a:solidFill>
      </dgm:spPr>
      <dgm:t>
        <a:bodyPr/>
        <a:lstStyle/>
        <a:p>
          <a:r>
            <a:rPr lang="en-IN" b="1" dirty="0"/>
            <a:t>Overfitting Analysis</a:t>
          </a:r>
          <a:endParaRPr lang="en-IN" dirty="0"/>
        </a:p>
      </dgm:t>
    </dgm:pt>
    <dgm:pt modelId="{1C902E14-FF85-45EC-844B-DB5944B3E1CB}" type="parTrans" cxnId="{3A4DF33D-96ED-4F63-9D41-6E573A22F5AF}">
      <dgm:prSet/>
      <dgm:spPr/>
      <dgm:t>
        <a:bodyPr/>
        <a:lstStyle/>
        <a:p>
          <a:endParaRPr lang="en-IN"/>
        </a:p>
      </dgm:t>
    </dgm:pt>
    <dgm:pt modelId="{389093BC-13E9-4701-930C-A338FD722DF4}" type="sibTrans" cxnId="{3A4DF33D-96ED-4F63-9D41-6E573A22F5AF}">
      <dgm:prSet/>
      <dgm:spPr/>
      <dgm:t>
        <a:bodyPr/>
        <a:lstStyle/>
        <a:p>
          <a:endParaRPr lang="en-IN"/>
        </a:p>
      </dgm:t>
    </dgm:pt>
    <dgm:pt modelId="{80CF8F1C-56DF-4CF7-AF8E-25B6848F4710}">
      <dgm:prSet/>
      <dgm:spPr/>
      <dgm:t>
        <a:bodyPr/>
        <a:lstStyle/>
        <a:p>
          <a:r>
            <a:rPr lang="en-IN" dirty="0"/>
            <a:t>Large gap between train &amp; validation performance </a:t>
          </a:r>
        </a:p>
      </dgm:t>
    </dgm:pt>
    <dgm:pt modelId="{2F8A4A0D-DC6B-4E89-AD84-ADBD557D7E09}" type="parTrans" cxnId="{2A51CEA4-36C9-484C-A4C5-F82DBC3545F2}">
      <dgm:prSet/>
      <dgm:spPr/>
      <dgm:t>
        <a:bodyPr/>
        <a:lstStyle/>
        <a:p>
          <a:endParaRPr lang="en-IN"/>
        </a:p>
      </dgm:t>
    </dgm:pt>
    <dgm:pt modelId="{D9F3EEF2-9179-4DB2-B4C1-8D58CF035076}" type="sibTrans" cxnId="{2A51CEA4-36C9-484C-A4C5-F82DBC3545F2}">
      <dgm:prSet/>
      <dgm:spPr/>
      <dgm:t>
        <a:bodyPr/>
        <a:lstStyle/>
        <a:p>
          <a:endParaRPr lang="en-IN"/>
        </a:p>
      </dgm:t>
    </dgm:pt>
    <dgm:pt modelId="{9F2A425B-DD22-4E26-A784-F3533EDC48D1}">
      <dgm:prSet/>
      <dgm:spPr/>
      <dgm:t>
        <a:bodyPr/>
        <a:lstStyle/>
        <a:p>
          <a:r>
            <a:rPr lang="en-IN"/>
            <a:t>Model learns training data well but </a:t>
          </a:r>
          <a:r>
            <a:rPr lang="en-IN" b="1"/>
            <a:t>fails to generalize</a:t>
          </a:r>
          <a:br>
            <a:rPr lang="en-IN"/>
          </a:br>
          <a:r>
            <a:rPr lang="en-IN"/>
            <a:t>→ Indicates </a:t>
          </a:r>
          <a:r>
            <a:rPr lang="en-IN" b="1"/>
            <a:t>overfitting (learning noise, not patterns)</a:t>
          </a:r>
          <a:r>
            <a:rPr lang="en-IN"/>
            <a:t> </a:t>
          </a:r>
        </a:p>
      </dgm:t>
    </dgm:pt>
    <dgm:pt modelId="{0E6D909E-F30B-4BC6-9DD5-059AED84DC31}" type="parTrans" cxnId="{FA0D26F2-BCEE-4CC1-82CD-AF3299F431C0}">
      <dgm:prSet/>
      <dgm:spPr/>
      <dgm:t>
        <a:bodyPr/>
        <a:lstStyle/>
        <a:p>
          <a:endParaRPr lang="en-IN"/>
        </a:p>
      </dgm:t>
    </dgm:pt>
    <dgm:pt modelId="{06419C8B-9B16-4B6D-BC4D-B4B3D40127A4}" type="sibTrans" cxnId="{FA0D26F2-BCEE-4CC1-82CD-AF3299F431C0}">
      <dgm:prSet/>
      <dgm:spPr/>
      <dgm:t>
        <a:bodyPr/>
        <a:lstStyle/>
        <a:p>
          <a:endParaRPr lang="en-IN"/>
        </a:p>
      </dgm:t>
    </dgm:pt>
    <dgm:pt modelId="{7F149C43-8CA3-4FDA-8FD0-B429E6EC9117}">
      <dgm:prSet/>
      <dgm:spPr>
        <a:solidFill>
          <a:schemeClr val="bg2"/>
        </a:solidFill>
      </dgm:spPr>
      <dgm:t>
        <a:bodyPr/>
        <a:lstStyle/>
        <a:p>
          <a:r>
            <a:rPr lang="en-IN" b="1" dirty="0"/>
            <a:t>Operational Impact</a:t>
          </a:r>
          <a:endParaRPr lang="en-IN" dirty="0"/>
        </a:p>
      </dgm:t>
    </dgm:pt>
    <dgm:pt modelId="{77F47168-790B-4270-AA2A-51A748EE37DB}" type="parTrans" cxnId="{D32B6FD0-80A5-4AFC-85CB-BE7FFF60E652}">
      <dgm:prSet/>
      <dgm:spPr/>
      <dgm:t>
        <a:bodyPr/>
        <a:lstStyle/>
        <a:p>
          <a:endParaRPr lang="en-IN"/>
        </a:p>
      </dgm:t>
    </dgm:pt>
    <dgm:pt modelId="{03B9A308-B9C8-4E9D-A399-25FD9A5B7CA7}" type="sibTrans" cxnId="{D32B6FD0-80A5-4AFC-85CB-BE7FFF60E652}">
      <dgm:prSet/>
      <dgm:spPr/>
      <dgm:t>
        <a:bodyPr/>
        <a:lstStyle/>
        <a:p>
          <a:endParaRPr lang="en-IN"/>
        </a:p>
      </dgm:t>
    </dgm:pt>
    <dgm:pt modelId="{7B1A7D21-536A-4532-AC1B-6EFBDFE91C87}">
      <dgm:prSet/>
      <dgm:spPr/>
      <dgm:t>
        <a:bodyPr/>
        <a:lstStyle/>
        <a:p>
          <a:r>
            <a:rPr lang="en-IN"/>
            <a:t>Reduces reliability of predictions on new students </a:t>
          </a:r>
        </a:p>
      </dgm:t>
    </dgm:pt>
    <dgm:pt modelId="{A7C3058C-9320-42D2-9D8F-CEBA0EE379B1}" type="parTrans" cxnId="{E8F730E6-D2B2-47E4-90CA-50E34622627E}">
      <dgm:prSet/>
      <dgm:spPr/>
      <dgm:t>
        <a:bodyPr/>
        <a:lstStyle/>
        <a:p>
          <a:endParaRPr lang="en-IN"/>
        </a:p>
      </dgm:t>
    </dgm:pt>
    <dgm:pt modelId="{53CEC288-EEC4-4AD7-B327-1C9A9450935E}" type="sibTrans" cxnId="{E8F730E6-D2B2-47E4-90CA-50E34622627E}">
      <dgm:prSet/>
      <dgm:spPr/>
      <dgm:t>
        <a:bodyPr/>
        <a:lstStyle/>
        <a:p>
          <a:endParaRPr lang="en-IN"/>
        </a:p>
      </dgm:t>
    </dgm:pt>
    <dgm:pt modelId="{AEF1F723-4E53-41B0-91B9-7B29FCBAF55B}">
      <dgm:prSet/>
      <dgm:spPr/>
      <dgm:t>
        <a:bodyPr/>
        <a:lstStyle/>
        <a:p>
          <a:r>
            <a:rPr lang="en-IN"/>
            <a:t>Risks </a:t>
          </a:r>
          <a:r>
            <a:rPr lang="en-IN" b="1"/>
            <a:t>missing or misclassifying at-risk students</a:t>
          </a:r>
          <a:r>
            <a:rPr lang="en-IN"/>
            <a:t> </a:t>
          </a:r>
        </a:p>
      </dgm:t>
    </dgm:pt>
    <dgm:pt modelId="{4985BBE6-B42D-466F-8C51-F90162D1CDAC}" type="parTrans" cxnId="{AA0F9A17-2236-46C3-8D88-BEECE27422C9}">
      <dgm:prSet/>
      <dgm:spPr/>
      <dgm:t>
        <a:bodyPr/>
        <a:lstStyle/>
        <a:p>
          <a:endParaRPr lang="en-IN"/>
        </a:p>
      </dgm:t>
    </dgm:pt>
    <dgm:pt modelId="{DDB00CB2-5BE4-4E9F-8127-0B5438B6FB5B}" type="sibTrans" cxnId="{AA0F9A17-2236-46C3-8D88-BEECE27422C9}">
      <dgm:prSet/>
      <dgm:spPr/>
      <dgm:t>
        <a:bodyPr/>
        <a:lstStyle/>
        <a:p>
          <a:endParaRPr lang="en-IN"/>
        </a:p>
      </dgm:t>
    </dgm:pt>
    <dgm:pt modelId="{FF7935F5-B1DF-4B7D-B43D-B7BA5995DFB4}">
      <dgm:prSet/>
      <dgm:spPr>
        <a:solidFill>
          <a:schemeClr val="bg2"/>
        </a:solidFill>
      </dgm:spPr>
      <dgm:t>
        <a:bodyPr/>
        <a:lstStyle/>
        <a:p>
          <a:r>
            <a:rPr lang="en-IN" b="1"/>
            <a:t>Early Stopping Approach</a:t>
          </a:r>
          <a:endParaRPr lang="en-IN"/>
        </a:p>
      </dgm:t>
    </dgm:pt>
    <dgm:pt modelId="{2E478DAD-9726-4C63-92B3-E947CA519720}" type="parTrans" cxnId="{E4AA8A1C-DE83-457E-9EA5-96FC1F2E6E5E}">
      <dgm:prSet/>
      <dgm:spPr/>
      <dgm:t>
        <a:bodyPr/>
        <a:lstStyle/>
        <a:p>
          <a:endParaRPr lang="en-IN"/>
        </a:p>
      </dgm:t>
    </dgm:pt>
    <dgm:pt modelId="{1C1B76C3-16F7-4AF3-9BEB-2D29867284EA}" type="sibTrans" cxnId="{E4AA8A1C-DE83-457E-9EA5-96FC1F2E6E5E}">
      <dgm:prSet/>
      <dgm:spPr/>
      <dgm:t>
        <a:bodyPr/>
        <a:lstStyle/>
        <a:p>
          <a:endParaRPr lang="en-IN"/>
        </a:p>
      </dgm:t>
    </dgm:pt>
    <dgm:pt modelId="{4EF95643-0A85-4B5A-A144-F8D315181C84}">
      <dgm:prSet/>
      <dgm:spPr/>
      <dgm:t>
        <a:bodyPr/>
        <a:lstStyle/>
        <a:p>
          <a:r>
            <a:rPr lang="en-IN"/>
            <a:t>Not used due to API limitation (XGBoost 3.x sklearn wrapper) </a:t>
          </a:r>
        </a:p>
      </dgm:t>
    </dgm:pt>
    <dgm:pt modelId="{7522B9EB-B2A2-44C1-8F78-F1E9F5026CC4}" type="parTrans" cxnId="{633C5C14-59EA-433D-8181-D4A6EC2AB4ED}">
      <dgm:prSet/>
      <dgm:spPr/>
      <dgm:t>
        <a:bodyPr/>
        <a:lstStyle/>
        <a:p>
          <a:endParaRPr lang="en-IN"/>
        </a:p>
      </dgm:t>
    </dgm:pt>
    <dgm:pt modelId="{290CE7E9-5FF3-4123-8176-083E9864EE2D}" type="sibTrans" cxnId="{633C5C14-59EA-433D-8181-D4A6EC2AB4ED}">
      <dgm:prSet/>
      <dgm:spPr/>
      <dgm:t>
        <a:bodyPr/>
        <a:lstStyle/>
        <a:p>
          <a:endParaRPr lang="en-IN"/>
        </a:p>
      </dgm:t>
    </dgm:pt>
    <dgm:pt modelId="{4C53F3B8-1D1C-4667-B665-CD931F8DFDEC}">
      <dgm:prSet/>
      <dgm:spPr/>
      <dgm:t>
        <a:bodyPr/>
        <a:lstStyle/>
        <a:p>
          <a:r>
            <a:rPr lang="en-IN"/>
            <a:t>Validation RMSE monitored manually during training</a:t>
          </a:r>
        </a:p>
      </dgm:t>
    </dgm:pt>
    <dgm:pt modelId="{B6B05E7D-3CD6-4725-B345-9E4C74C8BF1D}" type="parTrans" cxnId="{8A86F6DB-4698-4F9F-9016-B1EB6BE69FCC}">
      <dgm:prSet/>
      <dgm:spPr/>
      <dgm:t>
        <a:bodyPr/>
        <a:lstStyle/>
        <a:p>
          <a:endParaRPr lang="en-IN"/>
        </a:p>
      </dgm:t>
    </dgm:pt>
    <dgm:pt modelId="{666E5FEC-27D2-4AD0-8DB0-3D1BEC37CABE}" type="sibTrans" cxnId="{8A86F6DB-4698-4F9F-9016-B1EB6BE69FCC}">
      <dgm:prSet/>
      <dgm:spPr/>
      <dgm:t>
        <a:bodyPr/>
        <a:lstStyle/>
        <a:p>
          <a:endParaRPr lang="en-IN"/>
        </a:p>
      </dgm:t>
    </dgm:pt>
    <dgm:pt modelId="{18CA5546-4D2C-4234-A97B-03306E8CA74E}" type="pres">
      <dgm:prSet presAssocID="{91DE873A-74DE-49C6-A572-479EB9A9BAAC}" presName="Name0" presStyleCnt="0">
        <dgm:presLayoutVars>
          <dgm:dir/>
          <dgm:animLvl val="lvl"/>
          <dgm:resizeHandles val="exact"/>
        </dgm:presLayoutVars>
      </dgm:prSet>
      <dgm:spPr/>
    </dgm:pt>
    <dgm:pt modelId="{7464747B-1B80-4753-9AB4-B5F461A96D87}" type="pres">
      <dgm:prSet presAssocID="{DAA552EA-150D-43FD-B42F-E2392094C0B7}" presName="composite" presStyleCnt="0"/>
      <dgm:spPr/>
    </dgm:pt>
    <dgm:pt modelId="{6C2DC46B-70A0-41AC-8057-DF34009750A1}" type="pres">
      <dgm:prSet presAssocID="{DAA552EA-150D-43FD-B42F-E2392094C0B7}" presName="parTx" presStyleLbl="alignNode1" presStyleIdx="0" presStyleCnt="5" custLinFactNeighborX="0">
        <dgm:presLayoutVars>
          <dgm:chMax val="0"/>
          <dgm:chPref val="0"/>
          <dgm:bulletEnabled val="1"/>
        </dgm:presLayoutVars>
      </dgm:prSet>
      <dgm:spPr/>
    </dgm:pt>
    <dgm:pt modelId="{25AAAD2C-B984-4125-BE0F-CD048674270A}" type="pres">
      <dgm:prSet presAssocID="{DAA552EA-150D-43FD-B42F-E2392094C0B7}" presName="desTx" presStyleLbl="alignAccFollowNode1" presStyleIdx="0" presStyleCnt="5">
        <dgm:presLayoutVars>
          <dgm:bulletEnabled val="1"/>
        </dgm:presLayoutVars>
      </dgm:prSet>
      <dgm:spPr/>
    </dgm:pt>
    <dgm:pt modelId="{86236445-7C58-43D6-A07D-CD8D5225511A}" type="pres">
      <dgm:prSet presAssocID="{B1CC62B4-5610-4891-8661-591A3BB29897}" presName="space" presStyleCnt="0"/>
      <dgm:spPr/>
    </dgm:pt>
    <dgm:pt modelId="{9EC0796F-479D-4DF2-A47E-0BDCFE4F09AC}" type="pres">
      <dgm:prSet presAssocID="{C19AEF7C-79C7-4EA1-A4CF-0260E5805D37}" presName="composite" presStyleCnt="0"/>
      <dgm:spPr/>
    </dgm:pt>
    <dgm:pt modelId="{6187B53D-A7C6-4569-BBA4-ED30BB934E5B}" type="pres">
      <dgm:prSet presAssocID="{C19AEF7C-79C7-4EA1-A4CF-0260E5805D37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3AA0BC60-DECE-4FDB-B4DB-01EDAA72A196}" type="pres">
      <dgm:prSet presAssocID="{C19AEF7C-79C7-4EA1-A4CF-0260E5805D37}" presName="desTx" presStyleLbl="alignAccFollowNode1" presStyleIdx="1" presStyleCnt="5">
        <dgm:presLayoutVars>
          <dgm:bulletEnabled val="1"/>
        </dgm:presLayoutVars>
      </dgm:prSet>
      <dgm:spPr/>
    </dgm:pt>
    <dgm:pt modelId="{253CA473-FFDA-4339-8CCD-55F4FC563836}" type="pres">
      <dgm:prSet presAssocID="{1934F96A-5C3F-485D-92F3-BCC3CC59432F}" presName="space" presStyleCnt="0"/>
      <dgm:spPr/>
    </dgm:pt>
    <dgm:pt modelId="{55F83140-6B1F-42DF-BF46-527303D1EC5F}" type="pres">
      <dgm:prSet presAssocID="{2584A27B-4358-4640-BA2F-D1C89B17DFE0}" presName="composite" presStyleCnt="0"/>
      <dgm:spPr/>
    </dgm:pt>
    <dgm:pt modelId="{A4F0A4DC-54EC-43BC-8C10-C6C74D1A4BA8}" type="pres">
      <dgm:prSet presAssocID="{2584A27B-4358-4640-BA2F-D1C89B17DFE0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2809FFD3-E05B-4238-BDEC-5BEAEBB992E4}" type="pres">
      <dgm:prSet presAssocID="{2584A27B-4358-4640-BA2F-D1C89B17DFE0}" presName="desTx" presStyleLbl="alignAccFollowNode1" presStyleIdx="2" presStyleCnt="5">
        <dgm:presLayoutVars>
          <dgm:bulletEnabled val="1"/>
        </dgm:presLayoutVars>
      </dgm:prSet>
      <dgm:spPr/>
    </dgm:pt>
    <dgm:pt modelId="{9EA9BF40-45CB-4707-8979-57E7E1832682}" type="pres">
      <dgm:prSet presAssocID="{389093BC-13E9-4701-930C-A338FD722DF4}" presName="space" presStyleCnt="0"/>
      <dgm:spPr/>
    </dgm:pt>
    <dgm:pt modelId="{5F9145BE-D4B0-48E8-ABE9-1F1A502F663C}" type="pres">
      <dgm:prSet presAssocID="{7F149C43-8CA3-4FDA-8FD0-B429E6EC9117}" presName="composite" presStyleCnt="0"/>
      <dgm:spPr/>
    </dgm:pt>
    <dgm:pt modelId="{0903E12A-79DE-42B4-AF5E-483D78899EEE}" type="pres">
      <dgm:prSet presAssocID="{7F149C43-8CA3-4FDA-8FD0-B429E6EC9117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E57D3AF2-B3E4-4178-BA5D-F04CD538992A}" type="pres">
      <dgm:prSet presAssocID="{7F149C43-8CA3-4FDA-8FD0-B429E6EC9117}" presName="desTx" presStyleLbl="alignAccFollowNode1" presStyleIdx="3" presStyleCnt="5">
        <dgm:presLayoutVars>
          <dgm:bulletEnabled val="1"/>
        </dgm:presLayoutVars>
      </dgm:prSet>
      <dgm:spPr/>
    </dgm:pt>
    <dgm:pt modelId="{A12F1A03-4368-4854-8E3C-ACEC2C8AFBCE}" type="pres">
      <dgm:prSet presAssocID="{03B9A308-B9C8-4E9D-A399-25FD9A5B7CA7}" presName="space" presStyleCnt="0"/>
      <dgm:spPr/>
    </dgm:pt>
    <dgm:pt modelId="{3762D201-EEE3-41C1-B83C-9D321C2B0AEB}" type="pres">
      <dgm:prSet presAssocID="{FF7935F5-B1DF-4B7D-B43D-B7BA5995DFB4}" presName="composite" presStyleCnt="0"/>
      <dgm:spPr/>
    </dgm:pt>
    <dgm:pt modelId="{DF30A114-B54B-43D4-862E-10138FEEA427}" type="pres">
      <dgm:prSet presAssocID="{FF7935F5-B1DF-4B7D-B43D-B7BA5995DFB4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F64BD182-0756-444F-AE57-39F7D7FCEC65}" type="pres">
      <dgm:prSet presAssocID="{FF7935F5-B1DF-4B7D-B43D-B7BA5995DFB4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48C3D400-319B-4913-BD4E-65BB1DBC2D93}" type="presOf" srcId="{FE593FD1-1C3E-4036-B040-B6169D6FC2DE}" destId="{25AAAD2C-B984-4125-BE0F-CD048674270A}" srcOrd="0" destOrd="2" presId="urn:microsoft.com/office/officeart/2005/8/layout/hList1"/>
    <dgm:cxn modelId="{68C4BC02-54CC-4964-8145-5C1213D9EA68}" type="presOf" srcId="{4EF95643-0A85-4B5A-A144-F8D315181C84}" destId="{F64BD182-0756-444F-AE57-39F7D7FCEC65}" srcOrd="0" destOrd="0" presId="urn:microsoft.com/office/officeart/2005/8/layout/hList1"/>
    <dgm:cxn modelId="{426CD603-3A4A-492D-87A4-03232E2772AE}" srcId="{E839F953-A713-4068-8B89-97A8EA6CE093}" destId="{574F39D6-8CBF-4264-8B66-975BDFD2654F}" srcOrd="2" destOrd="0" parTransId="{9AE30269-D866-4A4E-B88A-D76407EA77B8}" sibTransId="{F5353BD7-6959-4482-B4C1-D370C3EEDC3E}"/>
    <dgm:cxn modelId="{84D56009-176E-44EA-B11C-89EC3627F788}" type="presOf" srcId="{0E44A40D-1B95-4804-87E0-148C66030F40}" destId="{3AA0BC60-DECE-4FDB-B4DB-01EDAA72A196}" srcOrd="0" destOrd="2" presId="urn:microsoft.com/office/officeart/2005/8/layout/hList1"/>
    <dgm:cxn modelId="{7A0AAD0C-DFFF-44C5-8216-7324AF2402C9}" type="presOf" srcId="{9F2A425B-DD22-4E26-A784-F3533EDC48D1}" destId="{2809FFD3-E05B-4238-BDEC-5BEAEBB992E4}" srcOrd="0" destOrd="1" presId="urn:microsoft.com/office/officeart/2005/8/layout/hList1"/>
    <dgm:cxn modelId="{8637DF0E-1821-4B98-919C-CA574B9E4384}" type="presOf" srcId="{3D8A13A6-C5A8-4CA1-A3E0-AAE3007BFD9C}" destId="{25AAAD2C-B984-4125-BE0F-CD048674270A}" srcOrd="0" destOrd="4" presId="urn:microsoft.com/office/officeart/2005/8/layout/hList1"/>
    <dgm:cxn modelId="{BE9A5911-7B0C-4357-9D7C-BF506F000CEE}" srcId="{DAA552EA-150D-43FD-B42F-E2392094C0B7}" destId="{E839F953-A713-4068-8B89-97A8EA6CE093}" srcOrd="0" destOrd="0" parTransId="{5BB6D3E6-7386-4881-9C66-09E3BF054139}" sibTransId="{F2ADA94E-1A17-4EF4-8039-954BA59CEB4B}"/>
    <dgm:cxn modelId="{3190A913-3237-46F6-8C9C-3E8A27F2CEE6}" srcId="{C19AEF7C-79C7-4EA1-A4CF-0260E5805D37}" destId="{0E44A40D-1B95-4804-87E0-148C66030F40}" srcOrd="2" destOrd="0" parTransId="{D058F4CF-720F-4CE9-ADA5-E4E33729F8EB}" sibTransId="{D91EDC0D-B5C2-4340-AA7C-92AEEC383950}"/>
    <dgm:cxn modelId="{633C5C14-59EA-433D-8181-D4A6EC2AB4ED}" srcId="{FF7935F5-B1DF-4B7D-B43D-B7BA5995DFB4}" destId="{4EF95643-0A85-4B5A-A144-F8D315181C84}" srcOrd="0" destOrd="0" parTransId="{7522B9EB-B2A2-44C1-8F78-F1E9F5026CC4}" sibTransId="{290CE7E9-5FF3-4123-8176-083E9864EE2D}"/>
    <dgm:cxn modelId="{AA0F9A17-2236-46C3-8D88-BEECE27422C9}" srcId="{7F149C43-8CA3-4FDA-8FD0-B429E6EC9117}" destId="{AEF1F723-4E53-41B0-91B9-7B29FCBAF55B}" srcOrd="1" destOrd="0" parTransId="{4985BBE6-B42D-466F-8C51-F90162D1CDAC}" sibTransId="{DDB00CB2-5BE4-4E9F-8127-0B5438B6FB5B}"/>
    <dgm:cxn modelId="{E4AA8A1C-DE83-457E-9EA5-96FC1F2E6E5E}" srcId="{91DE873A-74DE-49C6-A572-479EB9A9BAAC}" destId="{FF7935F5-B1DF-4B7D-B43D-B7BA5995DFB4}" srcOrd="4" destOrd="0" parTransId="{2E478DAD-9726-4C63-92B3-E947CA519720}" sibTransId="{1C1B76C3-16F7-4AF3-9BEB-2D29867284EA}"/>
    <dgm:cxn modelId="{86349D22-D40B-4BBF-A464-69E5366C3904}" type="presOf" srcId="{745A1495-B448-41FF-879C-25D57B4950B9}" destId="{3AA0BC60-DECE-4FDB-B4DB-01EDAA72A196}" srcOrd="0" destOrd="3" presId="urn:microsoft.com/office/officeart/2005/8/layout/hList1"/>
    <dgm:cxn modelId="{06596D27-3A22-49A4-B406-29992C155B5E}" srcId="{E839F953-A713-4068-8B89-97A8EA6CE093}" destId="{0925659F-85FE-4233-8012-2AD3A07DEDB7}" srcOrd="0" destOrd="0" parTransId="{A4E98C81-D54B-45B9-A6CE-C946CF71FE90}" sibTransId="{3101C251-4506-414D-99B0-BAFD2A6097DD}"/>
    <dgm:cxn modelId="{A36D192C-9067-4FAF-9378-EE0115412622}" type="presOf" srcId="{2584A27B-4358-4640-BA2F-D1C89B17DFE0}" destId="{A4F0A4DC-54EC-43BC-8C10-C6C74D1A4BA8}" srcOrd="0" destOrd="0" presId="urn:microsoft.com/office/officeart/2005/8/layout/hList1"/>
    <dgm:cxn modelId="{3A4DF33D-96ED-4F63-9D41-6E573A22F5AF}" srcId="{91DE873A-74DE-49C6-A572-479EB9A9BAAC}" destId="{2584A27B-4358-4640-BA2F-D1C89B17DFE0}" srcOrd="2" destOrd="0" parTransId="{1C902E14-FF85-45EC-844B-DB5944B3E1CB}" sibTransId="{389093BC-13E9-4701-930C-A338FD722DF4}"/>
    <dgm:cxn modelId="{C3C6A35B-662C-459E-9E0A-8212E7F20A29}" type="presOf" srcId="{7B1A7D21-536A-4532-AC1B-6EFBDFE91C87}" destId="{E57D3AF2-B3E4-4178-BA5D-F04CD538992A}" srcOrd="0" destOrd="0" presId="urn:microsoft.com/office/officeart/2005/8/layout/hList1"/>
    <dgm:cxn modelId="{9C6FC45C-A831-4A52-A766-234B3B261866}" srcId="{C19AEF7C-79C7-4EA1-A4CF-0260E5805D37}" destId="{D5A04F1E-A499-4812-8712-12EE81A795FC}" srcOrd="0" destOrd="0" parTransId="{57D0F94C-FC7D-48A6-A118-BFBF43D1157F}" sibTransId="{85A5C97A-19FA-4518-9192-F5F754C01E79}"/>
    <dgm:cxn modelId="{9BF5D55C-9E79-4260-BBFC-A5A62CDCBA98}" type="presOf" srcId="{91DE873A-74DE-49C6-A572-479EB9A9BAAC}" destId="{18CA5546-4D2C-4234-A97B-03306E8CA74E}" srcOrd="0" destOrd="0" presId="urn:microsoft.com/office/officeart/2005/8/layout/hList1"/>
    <dgm:cxn modelId="{37C56844-9723-4F94-B86C-744A27696E6D}" type="presOf" srcId="{80CF8F1C-56DF-4CF7-AF8E-25B6848F4710}" destId="{2809FFD3-E05B-4238-BDEC-5BEAEBB992E4}" srcOrd="0" destOrd="0" presId="urn:microsoft.com/office/officeart/2005/8/layout/hList1"/>
    <dgm:cxn modelId="{D22BC747-03BF-436C-A36B-769D3BF43C6E}" srcId="{E839F953-A713-4068-8B89-97A8EA6CE093}" destId="{FE593FD1-1C3E-4036-B040-B6169D6FC2DE}" srcOrd="1" destOrd="0" parTransId="{63828B4E-E839-48F8-98DA-6974DB6DCFA2}" sibTransId="{D64EBC7B-0C6E-4E18-986C-F4A908B3A740}"/>
    <dgm:cxn modelId="{C6AE2055-48E4-4D05-A003-489F40B005AB}" srcId="{E839F953-A713-4068-8B89-97A8EA6CE093}" destId="{3D8A13A6-C5A8-4CA1-A3E0-AAE3007BFD9C}" srcOrd="3" destOrd="0" parTransId="{6D48DCE4-A341-4817-89D2-2753240BCEDB}" sibTransId="{B21A6422-BE09-48A2-836B-B1E8C767A284}"/>
    <dgm:cxn modelId="{59C51D76-AA29-48B1-972E-AA0B5EEC80A6}" type="presOf" srcId="{E839F953-A713-4068-8B89-97A8EA6CE093}" destId="{25AAAD2C-B984-4125-BE0F-CD048674270A}" srcOrd="0" destOrd="0" presId="urn:microsoft.com/office/officeart/2005/8/layout/hList1"/>
    <dgm:cxn modelId="{5452B879-8277-42DA-A772-81A5AA3DACC6}" type="presOf" srcId="{4C53F3B8-1D1C-4667-B665-CD931F8DFDEC}" destId="{F64BD182-0756-444F-AE57-39F7D7FCEC65}" srcOrd="0" destOrd="1" presId="urn:microsoft.com/office/officeart/2005/8/layout/hList1"/>
    <dgm:cxn modelId="{F9EE607E-8920-4CE9-9825-2BD37140A999}" type="presOf" srcId="{FF7935F5-B1DF-4B7D-B43D-B7BA5995DFB4}" destId="{DF30A114-B54B-43D4-862E-10138FEEA427}" srcOrd="0" destOrd="0" presId="urn:microsoft.com/office/officeart/2005/8/layout/hList1"/>
    <dgm:cxn modelId="{53D1128B-62F1-4168-B5B2-2494201A7069}" type="presOf" srcId="{574F39D6-8CBF-4264-8B66-975BDFD2654F}" destId="{25AAAD2C-B984-4125-BE0F-CD048674270A}" srcOrd="0" destOrd="3" presId="urn:microsoft.com/office/officeart/2005/8/layout/hList1"/>
    <dgm:cxn modelId="{09E2D094-D8EC-4196-BE5F-6A8193279395}" srcId="{91DE873A-74DE-49C6-A572-479EB9A9BAAC}" destId="{C19AEF7C-79C7-4EA1-A4CF-0260E5805D37}" srcOrd="1" destOrd="0" parTransId="{EC7AA77D-4A77-480B-B22A-B25DA5E5EAEC}" sibTransId="{1934F96A-5C3F-485D-92F3-BCC3CC59432F}"/>
    <dgm:cxn modelId="{882B1599-EBDA-41CE-A110-419D88C675B6}" type="presOf" srcId="{AEF1F723-4E53-41B0-91B9-7B29FCBAF55B}" destId="{E57D3AF2-B3E4-4178-BA5D-F04CD538992A}" srcOrd="0" destOrd="1" presId="urn:microsoft.com/office/officeart/2005/8/layout/hList1"/>
    <dgm:cxn modelId="{EA7DDAA0-4541-4EED-A3D8-A3C8B5456314}" srcId="{C19AEF7C-79C7-4EA1-A4CF-0260E5805D37}" destId="{745A1495-B448-41FF-879C-25D57B4950B9}" srcOrd="3" destOrd="0" parTransId="{EA0F9978-E3BA-4291-840C-9BED62247C5A}" sibTransId="{CD08B5FB-74BF-475F-852E-5566ABF7162E}"/>
    <dgm:cxn modelId="{2A51CEA4-36C9-484C-A4C5-F82DBC3545F2}" srcId="{2584A27B-4358-4640-BA2F-D1C89B17DFE0}" destId="{80CF8F1C-56DF-4CF7-AF8E-25B6848F4710}" srcOrd="0" destOrd="0" parTransId="{2F8A4A0D-DC6B-4E89-AD84-ADBD557D7E09}" sibTransId="{D9F3EEF2-9179-4DB2-B4C1-8D58CF035076}"/>
    <dgm:cxn modelId="{25B3F2B4-6690-4C84-A284-1B349726702A}" type="presOf" srcId="{D5A04F1E-A499-4812-8712-12EE81A795FC}" destId="{3AA0BC60-DECE-4FDB-B4DB-01EDAA72A196}" srcOrd="0" destOrd="0" presId="urn:microsoft.com/office/officeart/2005/8/layout/hList1"/>
    <dgm:cxn modelId="{C9C610BA-7EC2-4AF5-8D2B-FD413F1CD837}" srcId="{91DE873A-74DE-49C6-A572-479EB9A9BAAC}" destId="{DAA552EA-150D-43FD-B42F-E2392094C0B7}" srcOrd="0" destOrd="0" parTransId="{8B324B6B-6D05-4A1D-B7DF-57B08D2390F9}" sibTransId="{B1CC62B4-5610-4891-8661-591A3BB29897}"/>
    <dgm:cxn modelId="{D32B6FD0-80A5-4AFC-85CB-BE7FFF60E652}" srcId="{91DE873A-74DE-49C6-A572-479EB9A9BAAC}" destId="{7F149C43-8CA3-4FDA-8FD0-B429E6EC9117}" srcOrd="3" destOrd="0" parTransId="{77F47168-790B-4270-AA2A-51A748EE37DB}" sibTransId="{03B9A308-B9C8-4E9D-A399-25FD9A5B7CA7}"/>
    <dgm:cxn modelId="{695F6AD2-0AD4-47A2-81DE-68DFF08D361D}" type="presOf" srcId="{A40E51CF-0650-43A6-BA05-47931ED1EF43}" destId="{3AA0BC60-DECE-4FDB-B4DB-01EDAA72A196}" srcOrd="0" destOrd="1" presId="urn:microsoft.com/office/officeart/2005/8/layout/hList1"/>
    <dgm:cxn modelId="{F08601DA-DF85-435A-8F0D-2133340F9DC3}" srcId="{C19AEF7C-79C7-4EA1-A4CF-0260E5805D37}" destId="{A40E51CF-0650-43A6-BA05-47931ED1EF43}" srcOrd="1" destOrd="0" parTransId="{B99B0A38-C19D-43B4-BCD8-BCBF4E587AAD}" sibTransId="{D8F88294-8E2C-473E-97FA-BC2C37303E72}"/>
    <dgm:cxn modelId="{8A86F6DB-4698-4F9F-9016-B1EB6BE69FCC}" srcId="{FF7935F5-B1DF-4B7D-B43D-B7BA5995DFB4}" destId="{4C53F3B8-1D1C-4667-B665-CD931F8DFDEC}" srcOrd="1" destOrd="0" parTransId="{B6B05E7D-3CD6-4725-B345-9E4C74C8BF1D}" sibTransId="{666E5FEC-27D2-4AD0-8DB0-3D1BEC37CABE}"/>
    <dgm:cxn modelId="{9C8632E3-26BC-4099-B632-DF43E8175FFF}" type="presOf" srcId="{7F149C43-8CA3-4FDA-8FD0-B429E6EC9117}" destId="{0903E12A-79DE-42B4-AF5E-483D78899EEE}" srcOrd="0" destOrd="0" presId="urn:microsoft.com/office/officeart/2005/8/layout/hList1"/>
    <dgm:cxn modelId="{E8F730E6-D2B2-47E4-90CA-50E34622627E}" srcId="{7F149C43-8CA3-4FDA-8FD0-B429E6EC9117}" destId="{7B1A7D21-536A-4532-AC1B-6EFBDFE91C87}" srcOrd="0" destOrd="0" parTransId="{A7C3058C-9320-42D2-9D8F-CEBA0EE379B1}" sibTransId="{53CEC288-EEC4-4AD7-B327-1C9A9450935E}"/>
    <dgm:cxn modelId="{46D449E8-EFBF-48B6-A5CD-0EBB813DB4F6}" type="presOf" srcId="{DAA552EA-150D-43FD-B42F-E2392094C0B7}" destId="{6C2DC46B-70A0-41AC-8057-DF34009750A1}" srcOrd="0" destOrd="0" presId="urn:microsoft.com/office/officeart/2005/8/layout/hList1"/>
    <dgm:cxn modelId="{FA0D26F2-BCEE-4CC1-82CD-AF3299F431C0}" srcId="{2584A27B-4358-4640-BA2F-D1C89B17DFE0}" destId="{9F2A425B-DD22-4E26-A784-F3533EDC48D1}" srcOrd="1" destOrd="0" parTransId="{0E6D909E-F30B-4BC6-9DD5-059AED84DC31}" sibTransId="{06419C8B-9B16-4B6D-BC4D-B4B3D40127A4}"/>
    <dgm:cxn modelId="{11E0DBF7-507D-44CD-823A-364E30F244E9}" type="presOf" srcId="{0925659F-85FE-4233-8012-2AD3A07DEDB7}" destId="{25AAAD2C-B984-4125-BE0F-CD048674270A}" srcOrd="0" destOrd="1" presId="urn:microsoft.com/office/officeart/2005/8/layout/hList1"/>
    <dgm:cxn modelId="{705EEEFA-2474-4131-BDF9-3DDA7567A132}" type="presOf" srcId="{C19AEF7C-79C7-4EA1-A4CF-0260E5805D37}" destId="{6187B53D-A7C6-4569-BBA4-ED30BB934E5B}" srcOrd="0" destOrd="0" presId="urn:microsoft.com/office/officeart/2005/8/layout/hList1"/>
    <dgm:cxn modelId="{F7470517-C3F3-421D-879B-8EB25F815FA4}" type="presParOf" srcId="{18CA5546-4D2C-4234-A97B-03306E8CA74E}" destId="{7464747B-1B80-4753-9AB4-B5F461A96D87}" srcOrd="0" destOrd="0" presId="urn:microsoft.com/office/officeart/2005/8/layout/hList1"/>
    <dgm:cxn modelId="{5DC19BEA-B8E1-480B-8620-2729470B889C}" type="presParOf" srcId="{7464747B-1B80-4753-9AB4-B5F461A96D87}" destId="{6C2DC46B-70A0-41AC-8057-DF34009750A1}" srcOrd="0" destOrd="0" presId="urn:microsoft.com/office/officeart/2005/8/layout/hList1"/>
    <dgm:cxn modelId="{0676FEA0-7234-4C3B-AF67-1AFF99687280}" type="presParOf" srcId="{7464747B-1B80-4753-9AB4-B5F461A96D87}" destId="{25AAAD2C-B984-4125-BE0F-CD048674270A}" srcOrd="1" destOrd="0" presId="urn:microsoft.com/office/officeart/2005/8/layout/hList1"/>
    <dgm:cxn modelId="{BD727DE8-EEA1-479F-991C-264FDB0C1845}" type="presParOf" srcId="{18CA5546-4D2C-4234-A97B-03306E8CA74E}" destId="{86236445-7C58-43D6-A07D-CD8D5225511A}" srcOrd="1" destOrd="0" presId="urn:microsoft.com/office/officeart/2005/8/layout/hList1"/>
    <dgm:cxn modelId="{EA57C99E-D1E2-4880-A2FD-D73CCA13D34A}" type="presParOf" srcId="{18CA5546-4D2C-4234-A97B-03306E8CA74E}" destId="{9EC0796F-479D-4DF2-A47E-0BDCFE4F09AC}" srcOrd="2" destOrd="0" presId="urn:microsoft.com/office/officeart/2005/8/layout/hList1"/>
    <dgm:cxn modelId="{F09D14EC-3B44-466A-A637-DA5528613E25}" type="presParOf" srcId="{9EC0796F-479D-4DF2-A47E-0BDCFE4F09AC}" destId="{6187B53D-A7C6-4569-BBA4-ED30BB934E5B}" srcOrd="0" destOrd="0" presId="urn:microsoft.com/office/officeart/2005/8/layout/hList1"/>
    <dgm:cxn modelId="{6F2CAD66-699E-4EE4-BD86-A220057D9348}" type="presParOf" srcId="{9EC0796F-479D-4DF2-A47E-0BDCFE4F09AC}" destId="{3AA0BC60-DECE-4FDB-B4DB-01EDAA72A196}" srcOrd="1" destOrd="0" presId="urn:microsoft.com/office/officeart/2005/8/layout/hList1"/>
    <dgm:cxn modelId="{9B2912F2-A677-4455-B183-8F440FAAB4F6}" type="presParOf" srcId="{18CA5546-4D2C-4234-A97B-03306E8CA74E}" destId="{253CA473-FFDA-4339-8CCD-55F4FC563836}" srcOrd="3" destOrd="0" presId="urn:microsoft.com/office/officeart/2005/8/layout/hList1"/>
    <dgm:cxn modelId="{7E9287D0-0BD8-4A5A-9D99-F2B88D219A10}" type="presParOf" srcId="{18CA5546-4D2C-4234-A97B-03306E8CA74E}" destId="{55F83140-6B1F-42DF-BF46-527303D1EC5F}" srcOrd="4" destOrd="0" presId="urn:microsoft.com/office/officeart/2005/8/layout/hList1"/>
    <dgm:cxn modelId="{80B7E968-76FE-481E-BEDE-026756F912C5}" type="presParOf" srcId="{55F83140-6B1F-42DF-BF46-527303D1EC5F}" destId="{A4F0A4DC-54EC-43BC-8C10-C6C74D1A4BA8}" srcOrd="0" destOrd="0" presId="urn:microsoft.com/office/officeart/2005/8/layout/hList1"/>
    <dgm:cxn modelId="{345F52EC-95F2-47BB-8CCB-2F2C85598692}" type="presParOf" srcId="{55F83140-6B1F-42DF-BF46-527303D1EC5F}" destId="{2809FFD3-E05B-4238-BDEC-5BEAEBB992E4}" srcOrd="1" destOrd="0" presId="urn:microsoft.com/office/officeart/2005/8/layout/hList1"/>
    <dgm:cxn modelId="{920F666D-A712-477A-A4D8-94CC0E6B2751}" type="presParOf" srcId="{18CA5546-4D2C-4234-A97B-03306E8CA74E}" destId="{9EA9BF40-45CB-4707-8979-57E7E1832682}" srcOrd="5" destOrd="0" presId="urn:microsoft.com/office/officeart/2005/8/layout/hList1"/>
    <dgm:cxn modelId="{838AA1C6-BF4A-4CEB-BB78-233566451CD2}" type="presParOf" srcId="{18CA5546-4D2C-4234-A97B-03306E8CA74E}" destId="{5F9145BE-D4B0-48E8-ABE9-1F1A502F663C}" srcOrd="6" destOrd="0" presId="urn:microsoft.com/office/officeart/2005/8/layout/hList1"/>
    <dgm:cxn modelId="{2018515F-24BA-4176-BB03-DB947645D1CB}" type="presParOf" srcId="{5F9145BE-D4B0-48E8-ABE9-1F1A502F663C}" destId="{0903E12A-79DE-42B4-AF5E-483D78899EEE}" srcOrd="0" destOrd="0" presId="urn:microsoft.com/office/officeart/2005/8/layout/hList1"/>
    <dgm:cxn modelId="{CA15E0B0-0ED1-4BA4-B69F-33D885538A68}" type="presParOf" srcId="{5F9145BE-D4B0-48E8-ABE9-1F1A502F663C}" destId="{E57D3AF2-B3E4-4178-BA5D-F04CD538992A}" srcOrd="1" destOrd="0" presId="urn:microsoft.com/office/officeart/2005/8/layout/hList1"/>
    <dgm:cxn modelId="{152D1922-9072-4D5B-8485-1ADE51B70D12}" type="presParOf" srcId="{18CA5546-4D2C-4234-A97B-03306E8CA74E}" destId="{A12F1A03-4368-4854-8E3C-ACEC2C8AFBCE}" srcOrd="7" destOrd="0" presId="urn:microsoft.com/office/officeart/2005/8/layout/hList1"/>
    <dgm:cxn modelId="{3B4D1DB4-586B-4ABD-A67F-12D1CF85669E}" type="presParOf" srcId="{18CA5546-4D2C-4234-A97B-03306E8CA74E}" destId="{3762D201-EEE3-41C1-B83C-9D321C2B0AEB}" srcOrd="8" destOrd="0" presId="urn:microsoft.com/office/officeart/2005/8/layout/hList1"/>
    <dgm:cxn modelId="{EB4BE4E5-A6E6-4202-B256-1F81A9D8FC57}" type="presParOf" srcId="{3762D201-EEE3-41C1-B83C-9D321C2B0AEB}" destId="{DF30A114-B54B-43D4-862E-10138FEEA427}" srcOrd="0" destOrd="0" presId="urn:microsoft.com/office/officeart/2005/8/layout/hList1"/>
    <dgm:cxn modelId="{997F808C-E2D7-4422-8018-D079795DCF20}" type="presParOf" srcId="{3762D201-EEE3-41C1-B83C-9D321C2B0AEB}" destId="{F64BD182-0756-444F-AE57-39F7D7FCEC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046E165-C0F4-4BA9-9B78-9053474FB4BB}" type="doc">
      <dgm:prSet loTypeId="urn:microsoft.com/office/officeart/2005/8/layout/hierarchy3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92ED8970-9F4A-432B-ABBF-050FCC064ADB}">
      <dgm:prSet custT="1"/>
      <dgm:spPr/>
      <dgm:t>
        <a:bodyPr/>
        <a:lstStyle/>
        <a:p>
          <a:r>
            <a:rPr lang="en-IN" sz="1200" b="1" dirty="0"/>
            <a:t>Tuning Approach</a:t>
          </a:r>
          <a:endParaRPr lang="en-IN" sz="1200" dirty="0"/>
        </a:p>
      </dgm:t>
    </dgm:pt>
    <dgm:pt modelId="{B0082303-6180-4408-943B-100A2787BE35}" type="parTrans" cxnId="{8DF0E58C-C300-4DE2-B03F-990B08AFEDE7}">
      <dgm:prSet/>
      <dgm:spPr/>
      <dgm:t>
        <a:bodyPr/>
        <a:lstStyle/>
        <a:p>
          <a:endParaRPr lang="en-IN"/>
        </a:p>
      </dgm:t>
    </dgm:pt>
    <dgm:pt modelId="{4328AC0C-5B93-488A-9531-C813D2AE9938}" type="sibTrans" cxnId="{8DF0E58C-C300-4DE2-B03F-990B08AFEDE7}">
      <dgm:prSet/>
      <dgm:spPr/>
      <dgm:t>
        <a:bodyPr/>
        <a:lstStyle/>
        <a:p>
          <a:endParaRPr lang="en-IN"/>
        </a:p>
      </dgm:t>
    </dgm:pt>
    <dgm:pt modelId="{1500908D-4768-47C8-A3C2-6DADAA13ABE3}">
      <dgm:prSet custT="1"/>
      <dgm:spPr/>
      <dgm:t>
        <a:bodyPr/>
        <a:lstStyle/>
        <a:p>
          <a:r>
            <a:rPr lang="en-IN" sz="1000" dirty="0"/>
            <a:t>Used </a:t>
          </a:r>
          <a:r>
            <a:rPr lang="en-IN" sz="1000" b="1" dirty="0" err="1"/>
            <a:t>RandomizedSearchCV</a:t>
          </a:r>
          <a:r>
            <a:rPr lang="en-IN" sz="1000" dirty="0"/>
            <a:t> for optimization </a:t>
          </a:r>
        </a:p>
      </dgm:t>
    </dgm:pt>
    <dgm:pt modelId="{7DEAE6A5-B209-48BE-A3BE-03B8C819CADD}" type="parTrans" cxnId="{60B381C5-886C-4F01-AC84-937A130A1D6A}">
      <dgm:prSet/>
      <dgm:spPr/>
      <dgm:t>
        <a:bodyPr/>
        <a:lstStyle/>
        <a:p>
          <a:endParaRPr lang="en-IN" sz="1000"/>
        </a:p>
      </dgm:t>
    </dgm:pt>
    <dgm:pt modelId="{F9E3A351-0792-4F04-B52D-D80A1A9954C9}" type="sibTrans" cxnId="{60B381C5-886C-4F01-AC84-937A130A1D6A}">
      <dgm:prSet/>
      <dgm:spPr/>
      <dgm:t>
        <a:bodyPr/>
        <a:lstStyle/>
        <a:p>
          <a:endParaRPr lang="en-IN"/>
        </a:p>
      </dgm:t>
    </dgm:pt>
    <dgm:pt modelId="{411E520E-1B6D-4A43-9041-0B418BB49CB8}">
      <dgm:prSet custT="1"/>
      <dgm:spPr/>
      <dgm:t>
        <a:bodyPr/>
        <a:lstStyle/>
        <a:p>
          <a:r>
            <a:rPr lang="en-IN" sz="1000" dirty="0"/>
            <a:t>Efficient for large search space </a:t>
          </a:r>
        </a:p>
      </dgm:t>
    </dgm:pt>
    <dgm:pt modelId="{84328A40-1055-45DA-A573-D3A173BB32B6}" type="parTrans" cxnId="{531BB9C7-75F7-4A2F-BA80-AF5BA5642624}">
      <dgm:prSet/>
      <dgm:spPr/>
      <dgm:t>
        <a:bodyPr/>
        <a:lstStyle/>
        <a:p>
          <a:endParaRPr lang="en-IN"/>
        </a:p>
      </dgm:t>
    </dgm:pt>
    <dgm:pt modelId="{7FE5080C-F3B8-42D1-BF1A-8CE7864DCD14}" type="sibTrans" cxnId="{531BB9C7-75F7-4A2F-BA80-AF5BA5642624}">
      <dgm:prSet/>
      <dgm:spPr/>
      <dgm:t>
        <a:bodyPr/>
        <a:lstStyle/>
        <a:p>
          <a:endParaRPr lang="en-IN"/>
        </a:p>
      </dgm:t>
    </dgm:pt>
    <dgm:pt modelId="{5C2C7382-40B1-4EFA-8765-C5259FBE5C90}">
      <dgm:prSet custT="1"/>
      <dgm:spPr/>
      <dgm:t>
        <a:bodyPr/>
        <a:lstStyle/>
        <a:p>
          <a:r>
            <a:rPr lang="en-IN" sz="1000" dirty="0"/>
            <a:t>Faster than </a:t>
          </a:r>
          <a:r>
            <a:rPr lang="en-IN" sz="1000" dirty="0" err="1"/>
            <a:t>GridSearch</a:t>
          </a:r>
          <a:r>
            <a:rPr lang="en-IN" sz="1000" dirty="0"/>
            <a:t> </a:t>
          </a:r>
        </a:p>
      </dgm:t>
    </dgm:pt>
    <dgm:pt modelId="{57EAF041-C218-40AC-AA75-2C3A86966444}" type="parTrans" cxnId="{D26D3FB3-A4F5-41F5-8CE1-14372B107F38}">
      <dgm:prSet/>
      <dgm:spPr/>
      <dgm:t>
        <a:bodyPr/>
        <a:lstStyle/>
        <a:p>
          <a:endParaRPr lang="en-IN"/>
        </a:p>
      </dgm:t>
    </dgm:pt>
    <dgm:pt modelId="{EC4CF686-7E94-4538-B11E-43745B6F63F0}" type="sibTrans" cxnId="{D26D3FB3-A4F5-41F5-8CE1-14372B107F38}">
      <dgm:prSet/>
      <dgm:spPr/>
      <dgm:t>
        <a:bodyPr/>
        <a:lstStyle/>
        <a:p>
          <a:endParaRPr lang="en-IN"/>
        </a:p>
      </dgm:t>
    </dgm:pt>
    <dgm:pt modelId="{3179B7EC-FE33-4E15-A682-07DBB4937720}">
      <dgm:prSet custT="1"/>
      <dgm:spPr/>
      <dgm:t>
        <a:bodyPr/>
        <a:lstStyle/>
        <a:p>
          <a:r>
            <a:rPr lang="en-IN" sz="1000" b="1" dirty="0"/>
            <a:t>Selection Metric:</a:t>
          </a:r>
          <a:r>
            <a:rPr lang="en-IN" sz="1000" dirty="0"/>
            <a:t> Validation RMSE </a:t>
          </a:r>
        </a:p>
      </dgm:t>
    </dgm:pt>
    <dgm:pt modelId="{D2E5FE58-D838-4230-BEC9-62B1A45F479E}" type="parTrans" cxnId="{572E13E7-CF91-4567-B0BB-9E09A46FB8B4}">
      <dgm:prSet/>
      <dgm:spPr/>
      <dgm:t>
        <a:bodyPr/>
        <a:lstStyle/>
        <a:p>
          <a:endParaRPr lang="en-IN" sz="1000"/>
        </a:p>
      </dgm:t>
    </dgm:pt>
    <dgm:pt modelId="{81E4E8E8-18D7-40B0-A7E4-093A8D5588DA}" type="sibTrans" cxnId="{572E13E7-CF91-4567-B0BB-9E09A46FB8B4}">
      <dgm:prSet/>
      <dgm:spPr/>
      <dgm:t>
        <a:bodyPr/>
        <a:lstStyle/>
        <a:p>
          <a:endParaRPr lang="en-IN"/>
        </a:p>
      </dgm:t>
    </dgm:pt>
    <dgm:pt modelId="{C841BC80-3E00-4189-B1AC-6A7E713C2BC5}">
      <dgm:prSet custT="1"/>
      <dgm:spPr/>
      <dgm:t>
        <a:bodyPr/>
        <a:lstStyle/>
        <a:p>
          <a:r>
            <a:rPr lang="en-IN" sz="1200" b="1" dirty="0"/>
            <a:t>Hyperparameters Tuned</a:t>
          </a:r>
          <a:endParaRPr lang="en-IN" sz="1200" dirty="0"/>
        </a:p>
      </dgm:t>
    </dgm:pt>
    <dgm:pt modelId="{134C527D-FD58-4F6B-BF26-66533040E8E3}" type="parTrans" cxnId="{40966A8B-02FB-495B-A37C-5D3434B950AD}">
      <dgm:prSet/>
      <dgm:spPr/>
      <dgm:t>
        <a:bodyPr/>
        <a:lstStyle/>
        <a:p>
          <a:endParaRPr lang="en-IN"/>
        </a:p>
      </dgm:t>
    </dgm:pt>
    <dgm:pt modelId="{29CDE3A5-F37A-413E-A3F2-6E13B806907A}" type="sibTrans" cxnId="{40966A8B-02FB-495B-A37C-5D3434B950AD}">
      <dgm:prSet/>
      <dgm:spPr/>
      <dgm:t>
        <a:bodyPr/>
        <a:lstStyle/>
        <a:p>
          <a:endParaRPr lang="en-IN"/>
        </a:p>
      </dgm:t>
    </dgm:pt>
    <dgm:pt modelId="{65FFA75A-1A0F-48BD-865B-4E136C9A919E}">
      <dgm:prSet custT="1"/>
      <dgm:spPr/>
      <dgm:t>
        <a:bodyPr/>
        <a:lstStyle/>
        <a:p>
          <a:r>
            <a:rPr lang="en-IN" sz="1000" b="1"/>
            <a:t>Model Complexity:</a:t>
          </a:r>
          <a:r>
            <a:rPr lang="en-IN" sz="1000"/>
            <a:t> n_estimators (300–1000), max_depth (3–6) </a:t>
          </a:r>
        </a:p>
      </dgm:t>
    </dgm:pt>
    <dgm:pt modelId="{DB921688-EC2C-4E60-90D0-3E9CE0B77B58}" type="parTrans" cxnId="{D0E2FB73-1124-4009-9DCE-7A44A28AF96B}">
      <dgm:prSet/>
      <dgm:spPr/>
      <dgm:t>
        <a:bodyPr/>
        <a:lstStyle/>
        <a:p>
          <a:endParaRPr lang="en-IN" sz="1000"/>
        </a:p>
      </dgm:t>
    </dgm:pt>
    <dgm:pt modelId="{84310B48-213B-4D6E-B064-DC405D3D48D6}" type="sibTrans" cxnId="{D0E2FB73-1124-4009-9DCE-7A44A28AF96B}">
      <dgm:prSet/>
      <dgm:spPr/>
      <dgm:t>
        <a:bodyPr/>
        <a:lstStyle/>
        <a:p>
          <a:endParaRPr lang="en-IN"/>
        </a:p>
      </dgm:t>
    </dgm:pt>
    <dgm:pt modelId="{6AECF551-6657-41D5-85E7-180CAF2E645A}">
      <dgm:prSet custT="1"/>
      <dgm:spPr/>
      <dgm:t>
        <a:bodyPr/>
        <a:lstStyle/>
        <a:p>
          <a:r>
            <a:rPr lang="en-IN" sz="1000" b="1"/>
            <a:t>Learning Control:</a:t>
          </a:r>
          <a:r>
            <a:rPr lang="en-IN" sz="1000"/>
            <a:t> learning_rate (0.03–0.1) </a:t>
          </a:r>
        </a:p>
      </dgm:t>
    </dgm:pt>
    <dgm:pt modelId="{0F470B60-8025-4AA5-A0B7-5FBCB48B77A6}" type="parTrans" cxnId="{1EF0220F-F68E-4B01-A62A-CD5B23B3D0C3}">
      <dgm:prSet/>
      <dgm:spPr/>
      <dgm:t>
        <a:bodyPr/>
        <a:lstStyle/>
        <a:p>
          <a:endParaRPr lang="en-IN" sz="1000"/>
        </a:p>
      </dgm:t>
    </dgm:pt>
    <dgm:pt modelId="{E9761A95-F898-48F0-AC3C-737DC14FE948}" type="sibTrans" cxnId="{1EF0220F-F68E-4B01-A62A-CD5B23B3D0C3}">
      <dgm:prSet/>
      <dgm:spPr/>
      <dgm:t>
        <a:bodyPr/>
        <a:lstStyle/>
        <a:p>
          <a:endParaRPr lang="en-IN"/>
        </a:p>
      </dgm:t>
    </dgm:pt>
    <dgm:pt modelId="{0D1DC02E-AC1F-45A0-8BE9-084731B49E12}">
      <dgm:prSet custT="1"/>
      <dgm:spPr/>
      <dgm:t>
        <a:bodyPr/>
        <a:lstStyle/>
        <a:p>
          <a:r>
            <a:rPr lang="en-IN" sz="1000" b="1"/>
            <a:t>Regularization:</a:t>
          </a:r>
          <a:r>
            <a:rPr lang="en-IN" sz="1000"/>
            <a:t> gamma, reg_alpha (L1), reg_lambda (L2) </a:t>
          </a:r>
        </a:p>
      </dgm:t>
    </dgm:pt>
    <dgm:pt modelId="{C783FD4F-4F1C-4D02-9E27-DF0344783566}" type="parTrans" cxnId="{F22B24DB-DBA2-4A9F-BFB3-EC330D196F38}">
      <dgm:prSet/>
      <dgm:spPr/>
      <dgm:t>
        <a:bodyPr/>
        <a:lstStyle/>
        <a:p>
          <a:endParaRPr lang="en-IN" sz="1000"/>
        </a:p>
      </dgm:t>
    </dgm:pt>
    <dgm:pt modelId="{2FA9BE60-EB95-41ED-942A-49446C1901F0}" type="sibTrans" cxnId="{F22B24DB-DBA2-4A9F-BFB3-EC330D196F38}">
      <dgm:prSet/>
      <dgm:spPr/>
      <dgm:t>
        <a:bodyPr/>
        <a:lstStyle/>
        <a:p>
          <a:endParaRPr lang="en-IN"/>
        </a:p>
      </dgm:t>
    </dgm:pt>
    <dgm:pt modelId="{EF1C7F5F-8579-49EE-9B67-47E06D0EE1DB}">
      <dgm:prSet custT="1"/>
      <dgm:spPr/>
      <dgm:t>
        <a:bodyPr/>
        <a:lstStyle/>
        <a:p>
          <a:r>
            <a:rPr lang="en-IN" sz="1000" b="1"/>
            <a:t>Generalization:</a:t>
          </a:r>
          <a:r>
            <a:rPr lang="en-IN" sz="1000"/>
            <a:t> subsample, colsample_bytree </a:t>
          </a:r>
        </a:p>
      </dgm:t>
    </dgm:pt>
    <dgm:pt modelId="{4B03395B-002F-4F80-9E0C-9EA6AE6DFBB3}" type="parTrans" cxnId="{B5A4BBEC-A201-4603-B2EE-E905E55DC2FF}">
      <dgm:prSet/>
      <dgm:spPr/>
      <dgm:t>
        <a:bodyPr/>
        <a:lstStyle/>
        <a:p>
          <a:endParaRPr lang="en-IN" sz="1000"/>
        </a:p>
      </dgm:t>
    </dgm:pt>
    <dgm:pt modelId="{758A3A0E-A6E4-45C4-8E19-7D5459A60AF8}" type="sibTrans" cxnId="{B5A4BBEC-A201-4603-B2EE-E905E55DC2FF}">
      <dgm:prSet/>
      <dgm:spPr/>
      <dgm:t>
        <a:bodyPr/>
        <a:lstStyle/>
        <a:p>
          <a:endParaRPr lang="en-IN"/>
        </a:p>
      </dgm:t>
    </dgm:pt>
    <dgm:pt modelId="{95AF1029-4286-4F1E-87E8-5E9B8B8BDFC1}">
      <dgm:prSet custT="1"/>
      <dgm:spPr/>
      <dgm:t>
        <a:bodyPr/>
        <a:lstStyle/>
        <a:p>
          <a:r>
            <a:rPr lang="en-IN" sz="1000" b="1"/>
            <a:t>Leaf Control:</a:t>
          </a:r>
          <a:r>
            <a:rPr lang="en-IN" sz="1000"/>
            <a:t> min_child_weight </a:t>
          </a:r>
        </a:p>
      </dgm:t>
    </dgm:pt>
    <dgm:pt modelId="{92A7C9E2-2183-4A00-A847-695A2A9E5E9C}" type="parTrans" cxnId="{05201BD0-9379-4E3F-9C74-28C5E99BAEBE}">
      <dgm:prSet/>
      <dgm:spPr/>
      <dgm:t>
        <a:bodyPr/>
        <a:lstStyle/>
        <a:p>
          <a:endParaRPr lang="en-IN" sz="1000"/>
        </a:p>
      </dgm:t>
    </dgm:pt>
    <dgm:pt modelId="{BB5AAAD0-F503-4DF5-A74D-096C56DFBF89}" type="sibTrans" cxnId="{05201BD0-9379-4E3F-9C74-28C5E99BAEBE}">
      <dgm:prSet/>
      <dgm:spPr/>
      <dgm:t>
        <a:bodyPr/>
        <a:lstStyle/>
        <a:p>
          <a:endParaRPr lang="en-IN"/>
        </a:p>
      </dgm:t>
    </dgm:pt>
    <dgm:pt modelId="{18859E44-28E8-4DAC-A1B8-8C34708A44C7}">
      <dgm:prSet custT="1"/>
      <dgm:spPr/>
      <dgm:t>
        <a:bodyPr/>
        <a:lstStyle/>
        <a:p>
          <a:r>
            <a:rPr lang="en-IN" sz="1200" b="1" dirty="0"/>
            <a:t>Tuning Strategy</a:t>
          </a:r>
          <a:endParaRPr lang="en-IN" sz="1200" dirty="0"/>
        </a:p>
      </dgm:t>
    </dgm:pt>
    <dgm:pt modelId="{FCF57EDF-4453-4FC8-91EB-25C2FFCBA87C}" type="parTrans" cxnId="{C2C727B8-90B2-4E3B-9EA0-869839F68B8C}">
      <dgm:prSet/>
      <dgm:spPr/>
      <dgm:t>
        <a:bodyPr/>
        <a:lstStyle/>
        <a:p>
          <a:endParaRPr lang="en-IN"/>
        </a:p>
      </dgm:t>
    </dgm:pt>
    <dgm:pt modelId="{CBB45334-3B15-4289-850D-AD488CF0D677}" type="sibTrans" cxnId="{C2C727B8-90B2-4E3B-9EA0-869839F68B8C}">
      <dgm:prSet/>
      <dgm:spPr/>
      <dgm:t>
        <a:bodyPr/>
        <a:lstStyle/>
        <a:p>
          <a:endParaRPr lang="en-IN"/>
        </a:p>
      </dgm:t>
    </dgm:pt>
    <dgm:pt modelId="{4C4B064A-AD88-4A3B-8CEF-DCFDFE793F0D}">
      <dgm:prSet custT="1"/>
      <dgm:spPr/>
      <dgm:t>
        <a:bodyPr/>
        <a:lstStyle/>
        <a:p>
          <a:r>
            <a:rPr lang="en-IN" sz="1000"/>
            <a:t>Balanced </a:t>
          </a:r>
          <a:r>
            <a:rPr lang="en-IN" sz="1000" b="1"/>
            <a:t>bias vs variance</a:t>
          </a:r>
          <a:r>
            <a:rPr lang="en-IN" sz="1000"/>
            <a:t> </a:t>
          </a:r>
        </a:p>
      </dgm:t>
    </dgm:pt>
    <dgm:pt modelId="{0ED66342-DE34-4273-9F41-AE7C832BF593}" type="parTrans" cxnId="{AD54B702-2DAC-41D7-80BE-7741C699651F}">
      <dgm:prSet/>
      <dgm:spPr/>
      <dgm:t>
        <a:bodyPr/>
        <a:lstStyle/>
        <a:p>
          <a:endParaRPr lang="en-IN" sz="1000"/>
        </a:p>
      </dgm:t>
    </dgm:pt>
    <dgm:pt modelId="{B27F33E8-9CA3-47BA-8410-65D367786EEA}" type="sibTrans" cxnId="{AD54B702-2DAC-41D7-80BE-7741C699651F}">
      <dgm:prSet/>
      <dgm:spPr/>
      <dgm:t>
        <a:bodyPr/>
        <a:lstStyle/>
        <a:p>
          <a:endParaRPr lang="en-IN"/>
        </a:p>
      </dgm:t>
    </dgm:pt>
    <dgm:pt modelId="{4940388E-EE9C-460C-B2D7-DC50C5168F41}">
      <dgm:prSet custT="1"/>
      <dgm:spPr/>
      <dgm:t>
        <a:bodyPr/>
        <a:lstStyle/>
        <a:p>
          <a:r>
            <a:rPr lang="en-IN" sz="1000"/>
            <a:t>Reduced overfitting via: </a:t>
          </a:r>
        </a:p>
      </dgm:t>
    </dgm:pt>
    <dgm:pt modelId="{624EC177-6036-4762-870A-B1B9381B1DE0}" type="parTrans" cxnId="{331437E4-FBE8-4532-9896-599C3AAF18CA}">
      <dgm:prSet/>
      <dgm:spPr/>
      <dgm:t>
        <a:bodyPr/>
        <a:lstStyle/>
        <a:p>
          <a:endParaRPr lang="en-IN" sz="1000"/>
        </a:p>
      </dgm:t>
    </dgm:pt>
    <dgm:pt modelId="{E1822BB4-9B24-40AD-B01F-A243D51B0E51}" type="sibTrans" cxnId="{331437E4-FBE8-4532-9896-599C3AAF18CA}">
      <dgm:prSet/>
      <dgm:spPr/>
      <dgm:t>
        <a:bodyPr/>
        <a:lstStyle/>
        <a:p>
          <a:endParaRPr lang="en-IN"/>
        </a:p>
      </dgm:t>
    </dgm:pt>
    <dgm:pt modelId="{71DF3965-465D-417E-A4B3-AD02B7934D78}">
      <dgm:prSet custT="1"/>
      <dgm:spPr/>
      <dgm:t>
        <a:bodyPr/>
        <a:lstStyle/>
        <a:p>
          <a:r>
            <a:rPr lang="en-IN" sz="1000" dirty="0"/>
            <a:t>Lower depth &amp; learning rate </a:t>
          </a:r>
        </a:p>
      </dgm:t>
    </dgm:pt>
    <dgm:pt modelId="{657E85DE-9083-4341-A3C2-10A4249289E1}" type="parTrans" cxnId="{7C2025B5-2EF5-48DF-915A-ACF13D5F4F54}">
      <dgm:prSet/>
      <dgm:spPr/>
      <dgm:t>
        <a:bodyPr/>
        <a:lstStyle/>
        <a:p>
          <a:endParaRPr lang="en-IN"/>
        </a:p>
      </dgm:t>
    </dgm:pt>
    <dgm:pt modelId="{07A2D0F8-1BA2-4697-8213-D7F49FFE8EF3}" type="sibTrans" cxnId="{7C2025B5-2EF5-48DF-915A-ACF13D5F4F54}">
      <dgm:prSet/>
      <dgm:spPr/>
      <dgm:t>
        <a:bodyPr/>
        <a:lstStyle/>
        <a:p>
          <a:endParaRPr lang="en-IN"/>
        </a:p>
      </dgm:t>
    </dgm:pt>
    <dgm:pt modelId="{486425DB-FBE4-4A6F-87BA-E1DD88EEC6FE}">
      <dgm:prSet custT="1"/>
      <dgm:spPr/>
      <dgm:t>
        <a:bodyPr/>
        <a:lstStyle/>
        <a:p>
          <a:r>
            <a:rPr lang="en-IN" sz="1000"/>
            <a:t>Sampling (row &amp; feature) </a:t>
          </a:r>
        </a:p>
      </dgm:t>
    </dgm:pt>
    <dgm:pt modelId="{77A38B04-D73E-456E-9E9C-0C5635B43DA9}" type="parTrans" cxnId="{1972FA61-39BA-4793-B78E-42A65A65EEDD}">
      <dgm:prSet/>
      <dgm:spPr/>
      <dgm:t>
        <a:bodyPr/>
        <a:lstStyle/>
        <a:p>
          <a:endParaRPr lang="en-IN"/>
        </a:p>
      </dgm:t>
    </dgm:pt>
    <dgm:pt modelId="{90B9445F-D141-44A3-80F1-3943522B6B37}" type="sibTrans" cxnId="{1972FA61-39BA-4793-B78E-42A65A65EEDD}">
      <dgm:prSet/>
      <dgm:spPr/>
      <dgm:t>
        <a:bodyPr/>
        <a:lstStyle/>
        <a:p>
          <a:endParaRPr lang="en-IN"/>
        </a:p>
      </dgm:t>
    </dgm:pt>
    <dgm:pt modelId="{B89DD9A7-0A1A-4338-A818-76893392BE53}">
      <dgm:prSet custT="1"/>
      <dgm:spPr/>
      <dgm:t>
        <a:bodyPr/>
        <a:lstStyle/>
        <a:p>
          <a:r>
            <a:rPr lang="en-IN" sz="1000"/>
            <a:t>Regularization penalties </a:t>
          </a:r>
        </a:p>
      </dgm:t>
    </dgm:pt>
    <dgm:pt modelId="{7D083AF4-F2D4-4E7A-B014-17193ACAE489}" type="parTrans" cxnId="{66B0DED3-817A-4C83-98BA-BBDD3CD97247}">
      <dgm:prSet/>
      <dgm:spPr/>
      <dgm:t>
        <a:bodyPr/>
        <a:lstStyle/>
        <a:p>
          <a:endParaRPr lang="en-IN"/>
        </a:p>
      </dgm:t>
    </dgm:pt>
    <dgm:pt modelId="{68D07598-64EC-4A2A-A46B-AE18DAC31E34}" type="sibTrans" cxnId="{66B0DED3-817A-4C83-98BA-BBDD3CD97247}">
      <dgm:prSet/>
      <dgm:spPr/>
      <dgm:t>
        <a:bodyPr/>
        <a:lstStyle/>
        <a:p>
          <a:endParaRPr lang="en-IN"/>
        </a:p>
      </dgm:t>
    </dgm:pt>
    <dgm:pt modelId="{326B0136-DFA3-46D8-B024-C22862E4AE36}">
      <dgm:prSet custT="1"/>
      <dgm:spPr/>
      <dgm:t>
        <a:bodyPr/>
        <a:lstStyle/>
        <a:p>
          <a:r>
            <a:rPr lang="en-IN" sz="1200" b="1" dirty="0"/>
            <a:t>Model Selection</a:t>
          </a:r>
          <a:endParaRPr lang="en-IN" sz="1200" dirty="0"/>
        </a:p>
      </dgm:t>
    </dgm:pt>
    <dgm:pt modelId="{6C0C8D8F-748F-4846-A48F-EC0279DC7C6A}" type="parTrans" cxnId="{C753B2B8-2100-4B7A-B435-F6683496FD22}">
      <dgm:prSet/>
      <dgm:spPr/>
      <dgm:t>
        <a:bodyPr/>
        <a:lstStyle/>
        <a:p>
          <a:endParaRPr lang="en-IN"/>
        </a:p>
      </dgm:t>
    </dgm:pt>
    <dgm:pt modelId="{95C30BCA-2A2B-4C9F-A622-5E9FEE332558}" type="sibTrans" cxnId="{C753B2B8-2100-4B7A-B435-F6683496FD22}">
      <dgm:prSet/>
      <dgm:spPr/>
      <dgm:t>
        <a:bodyPr/>
        <a:lstStyle/>
        <a:p>
          <a:endParaRPr lang="en-IN"/>
        </a:p>
      </dgm:t>
    </dgm:pt>
    <dgm:pt modelId="{B96D3A20-F821-4581-9F86-FBA9B3C9F080}">
      <dgm:prSet custT="1"/>
      <dgm:spPr/>
      <dgm:t>
        <a:bodyPr/>
        <a:lstStyle/>
        <a:p>
          <a:r>
            <a:rPr lang="en-IN" sz="1000" b="1"/>
            <a:t>Primary Metric:</a:t>
          </a:r>
          <a:r>
            <a:rPr lang="en-IN" sz="1000"/>
            <a:t> RMSE </a:t>
          </a:r>
        </a:p>
      </dgm:t>
    </dgm:pt>
    <dgm:pt modelId="{A2D98B2C-F185-448B-B786-F3BB5085D8D1}" type="parTrans" cxnId="{53B0530B-EB0C-4A4B-851A-7FF8080FFF82}">
      <dgm:prSet/>
      <dgm:spPr/>
      <dgm:t>
        <a:bodyPr/>
        <a:lstStyle/>
        <a:p>
          <a:endParaRPr lang="en-IN" sz="1000"/>
        </a:p>
      </dgm:t>
    </dgm:pt>
    <dgm:pt modelId="{F21CAFE7-D087-4210-AB06-9598DB939353}" type="sibTrans" cxnId="{53B0530B-EB0C-4A4B-851A-7FF8080FFF82}">
      <dgm:prSet/>
      <dgm:spPr/>
      <dgm:t>
        <a:bodyPr/>
        <a:lstStyle/>
        <a:p>
          <a:endParaRPr lang="en-IN"/>
        </a:p>
      </dgm:t>
    </dgm:pt>
    <dgm:pt modelId="{D4DAA85D-91ED-4687-8EDA-16427D471334}">
      <dgm:prSet custT="1"/>
      <dgm:spPr/>
      <dgm:t>
        <a:bodyPr/>
        <a:lstStyle/>
        <a:p>
          <a:r>
            <a:rPr lang="en-IN" sz="1000" b="1" dirty="0"/>
            <a:t>Secondary Metric:</a:t>
          </a:r>
          <a:r>
            <a:rPr lang="en-IN" sz="1000" dirty="0"/>
            <a:t> MAE</a:t>
          </a:r>
          <a:br>
            <a:rPr lang="en-IN" sz="1000" dirty="0"/>
          </a:br>
          <a:r>
            <a:rPr lang="en-IN" sz="1000" dirty="0"/>
            <a:t>→ Selected model with lowest validation RMSE </a:t>
          </a:r>
          <a:br>
            <a:rPr lang="en-IN" sz="1000" dirty="0"/>
          </a:br>
          <a:endParaRPr lang="en-IN" sz="1000" dirty="0"/>
        </a:p>
      </dgm:t>
    </dgm:pt>
    <dgm:pt modelId="{BA1E9ECB-2896-430C-B7FE-8E51AF4325C8}" type="parTrans" cxnId="{CC50FD49-CCF2-4232-B467-9854DB6829C3}">
      <dgm:prSet/>
      <dgm:spPr/>
      <dgm:t>
        <a:bodyPr/>
        <a:lstStyle/>
        <a:p>
          <a:endParaRPr lang="en-IN" sz="1000"/>
        </a:p>
      </dgm:t>
    </dgm:pt>
    <dgm:pt modelId="{A3130124-E6D4-46E3-A742-E44AFE707564}" type="sibTrans" cxnId="{CC50FD49-CCF2-4232-B467-9854DB6829C3}">
      <dgm:prSet/>
      <dgm:spPr/>
      <dgm:t>
        <a:bodyPr/>
        <a:lstStyle/>
        <a:p>
          <a:endParaRPr lang="en-IN"/>
        </a:p>
      </dgm:t>
    </dgm:pt>
    <dgm:pt modelId="{57C1FEF3-DD56-408A-AA1F-75B64109F6D6}" type="pres">
      <dgm:prSet presAssocID="{2046E165-C0F4-4BA9-9B78-9053474FB4B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7A6A8DE-D543-4903-BF09-4AA2CD7DFCEC}" type="pres">
      <dgm:prSet presAssocID="{92ED8970-9F4A-432B-ABBF-050FCC064ADB}" presName="root" presStyleCnt="0"/>
      <dgm:spPr/>
    </dgm:pt>
    <dgm:pt modelId="{528E2A2B-867E-4FC2-B586-09CE6A30BD43}" type="pres">
      <dgm:prSet presAssocID="{92ED8970-9F4A-432B-ABBF-050FCC064ADB}" presName="rootComposite" presStyleCnt="0"/>
      <dgm:spPr/>
    </dgm:pt>
    <dgm:pt modelId="{BE606027-1D46-488B-A694-F10D97DE0B23}" type="pres">
      <dgm:prSet presAssocID="{92ED8970-9F4A-432B-ABBF-050FCC064ADB}" presName="rootText" presStyleLbl="node1" presStyleIdx="0" presStyleCnt="4"/>
      <dgm:spPr/>
    </dgm:pt>
    <dgm:pt modelId="{65379501-E261-4A86-97C8-77D153822A3C}" type="pres">
      <dgm:prSet presAssocID="{92ED8970-9F4A-432B-ABBF-050FCC064ADB}" presName="rootConnector" presStyleLbl="node1" presStyleIdx="0" presStyleCnt="4"/>
      <dgm:spPr/>
    </dgm:pt>
    <dgm:pt modelId="{4165B1B5-AD17-4C71-BE3F-7B7C929DF7B3}" type="pres">
      <dgm:prSet presAssocID="{92ED8970-9F4A-432B-ABBF-050FCC064ADB}" presName="childShape" presStyleCnt="0"/>
      <dgm:spPr/>
    </dgm:pt>
    <dgm:pt modelId="{C703EF97-AD19-4CCF-AF7C-C86F4FC307FD}" type="pres">
      <dgm:prSet presAssocID="{7DEAE6A5-B209-48BE-A3BE-03B8C819CADD}" presName="Name13" presStyleLbl="parChTrans1D2" presStyleIdx="0" presStyleCnt="11"/>
      <dgm:spPr/>
    </dgm:pt>
    <dgm:pt modelId="{3424C720-3624-476F-844A-68648363EBCE}" type="pres">
      <dgm:prSet presAssocID="{1500908D-4768-47C8-A3C2-6DADAA13ABE3}" presName="childText" presStyleLbl="bgAcc1" presStyleIdx="0" presStyleCnt="11" custScaleY="248350">
        <dgm:presLayoutVars>
          <dgm:bulletEnabled val="1"/>
        </dgm:presLayoutVars>
      </dgm:prSet>
      <dgm:spPr/>
    </dgm:pt>
    <dgm:pt modelId="{DECC2ABF-68A4-4D80-89A9-4881ADF8F713}" type="pres">
      <dgm:prSet presAssocID="{D2E5FE58-D838-4230-BEC9-62B1A45F479E}" presName="Name13" presStyleLbl="parChTrans1D2" presStyleIdx="1" presStyleCnt="11"/>
      <dgm:spPr/>
    </dgm:pt>
    <dgm:pt modelId="{6E5DAFF3-9231-4D7D-95D7-6E04B5CEFC38}" type="pres">
      <dgm:prSet presAssocID="{3179B7EC-FE33-4E15-A682-07DBB4937720}" presName="childText" presStyleLbl="bgAcc1" presStyleIdx="1" presStyleCnt="11" custLinFactNeighborX="-986" custLinFactNeighborY="34715">
        <dgm:presLayoutVars>
          <dgm:bulletEnabled val="1"/>
        </dgm:presLayoutVars>
      </dgm:prSet>
      <dgm:spPr/>
    </dgm:pt>
    <dgm:pt modelId="{2F22176C-2347-4ADC-B4BF-74EEBF7B4150}" type="pres">
      <dgm:prSet presAssocID="{C841BC80-3E00-4189-B1AC-6A7E713C2BC5}" presName="root" presStyleCnt="0"/>
      <dgm:spPr/>
    </dgm:pt>
    <dgm:pt modelId="{4A57AA57-95A9-4176-A9C3-76946EC89D17}" type="pres">
      <dgm:prSet presAssocID="{C841BC80-3E00-4189-B1AC-6A7E713C2BC5}" presName="rootComposite" presStyleCnt="0"/>
      <dgm:spPr/>
    </dgm:pt>
    <dgm:pt modelId="{6C8ED4F0-8AF0-44C4-81DA-830AE2EA5BC6}" type="pres">
      <dgm:prSet presAssocID="{C841BC80-3E00-4189-B1AC-6A7E713C2BC5}" presName="rootText" presStyleLbl="node1" presStyleIdx="1" presStyleCnt="4"/>
      <dgm:spPr/>
    </dgm:pt>
    <dgm:pt modelId="{630B787E-02E1-4386-9407-EC5C6E4BA2C7}" type="pres">
      <dgm:prSet presAssocID="{C841BC80-3E00-4189-B1AC-6A7E713C2BC5}" presName="rootConnector" presStyleLbl="node1" presStyleIdx="1" presStyleCnt="4"/>
      <dgm:spPr/>
    </dgm:pt>
    <dgm:pt modelId="{1F6B6F8D-C027-4B71-9D25-9DC36981398B}" type="pres">
      <dgm:prSet presAssocID="{C841BC80-3E00-4189-B1AC-6A7E713C2BC5}" presName="childShape" presStyleCnt="0"/>
      <dgm:spPr/>
    </dgm:pt>
    <dgm:pt modelId="{69A66B51-B50E-4E12-80C7-F904DFADBE10}" type="pres">
      <dgm:prSet presAssocID="{DB921688-EC2C-4E60-90D0-3E9CE0B77B58}" presName="Name13" presStyleLbl="parChTrans1D2" presStyleIdx="2" presStyleCnt="11"/>
      <dgm:spPr/>
    </dgm:pt>
    <dgm:pt modelId="{37BCD7CC-CB49-42D2-ABA8-A1D34FF7E593}" type="pres">
      <dgm:prSet presAssocID="{65FFA75A-1A0F-48BD-865B-4E136C9A919E}" presName="childText" presStyleLbl="bgAcc1" presStyleIdx="2" presStyleCnt="11">
        <dgm:presLayoutVars>
          <dgm:bulletEnabled val="1"/>
        </dgm:presLayoutVars>
      </dgm:prSet>
      <dgm:spPr/>
    </dgm:pt>
    <dgm:pt modelId="{B212AB17-2EDC-4E61-86F5-D5578B2187F8}" type="pres">
      <dgm:prSet presAssocID="{0F470B60-8025-4AA5-A0B7-5FBCB48B77A6}" presName="Name13" presStyleLbl="parChTrans1D2" presStyleIdx="3" presStyleCnt="11"/>
      <dgm:spPr/>
    </dgm:pt>
    <dgm:pt modelId="{9310EE92-744C-4280-A61D-2B8A2ABAD9F4}" type="pres">
      <dgm:prSet presAssocID="{6AECF551-6657-41D5-85E7-180CAF2E645A}" presName="childText" presStyleLbl="bgAcc1" presStyleIdx="3" presStyleCnt="11">
        <dgm:presLayoutVars>
          <dgm:bulletEnabled val="1"/>
        </dgm:presLayoutVars>
      </dgm:prSet>
      <dgm:spPr/>
    </dgm:pt>
    <dgm:pt modelId="{3D37D965-1779-4665-A57E-9EA1A085AA01}" type="pres">
      <dgm:prSet presAssocID="{C783FD4F-4F1C-4D02-9E27-DF0344783566}" presName="Name13" presStyleLbl="parChTrans1D2" presStyleIdx="4" presStyleCnt="11"/>
      <dgm:spPr/>
    </dgm:pt>
    <dgm:pt modelId="{E252AC40-C3EB-485F-8B0D-E841C3428D13}" type="pres">
      <dgm:prSet presAssocID="{0D1DC02E-AC1F-45A0-8BE9-084731B49E12}" presName="childText" presStyleLbl="bgAcc1" presStyleIdx="4" presStyleCnt="11">
        <dgm:presLayoutVars>
          <dgm:bulletEnabled val="1"/>
        </dgm:presLayoutVars>
      </dgm:prSet>
      <dgm:spPr/>
    </dgm:pt>
    <dgm:pt modelId="{54B038AB-3702-4E53-A3F1-0B2038B78671}" type="pres">
      <dgm:prSet presAssocID="{4B03395B-002F-4F80-9E0C-9EA6AE6DFBB3}" presName="Name13" presStyleLbl="parChTrans1D2" presStyleIdx="5" presStyleCnt="11"/>
      <dgm:spPr/>
    </dgm:pt>
    <dgm:pt modelId="{BA1537EF-DEF2-4001-9439-8EB8D6F6166F}" type="pres">
      <dgm:prSet presAssocID="{EF1C7F5F-8579-49EE-9B67-47E06D0EE1DB}" presName="childText" presStyleLbl="bgAcc1" presStyleIdx="5" presStyleCnt="11">
        <dgm:presLayoutVars>
          <dgm:bulletEnabled val="1"/>
        </dgm:presLayoutVars>
      </dgm:prSet>
      <dgm:spPr/>
    </dgm:pt>
    <dgm:pt modelId="{D4B3D4E1-BBD5-4DD4-878E-A283CB998CE2}" type="pres">
      <dgm:prSet presAssocID="{92A7C9E2-2183-4A00-A847-695A2A9E5E9C}" presName="Name13" presStyleLbl="parChTrans1D2" presStyleIdx="6" presStyleCnt="11"/>
      <dgm:spPr/>
    </dgm:pt>
    <dgm:pt modelId="{0CE299DA-1F71-4968-9F4A-0C2ABD374155}" type="pres">
      <dgm:prSet presAssocID="{95AF1029-4286-4F1E-87E8-5E9B8B8BDFC1}" presName="childText" presStyleLbl="bgAcc1" presStyleIdx="6" presStyleCnt="11">
        <dgm:presLayoutVars>
          <dgm:bulletEnabled val="1"/>
        </dgm:presLayoutVars>
      </dgm:prSet>
      <dgm:spPr/>
    </dgm:pt>
    <dgm:pt modelId="{2B9B60DD-88B5-478F-B8BF-4A48509E0C96}" type="pres">
      <dgm:prSet presAssocID="{18859E44-28E8-4DAC-A1B8-8C34708A44C7}" presName="root" presStyleCnt="0"/>
      <dgm:spPr/>
    </dgm:pt>
    <dgm:pt modelId="{CCBB313B-E3E4-46D4-BCE9-5517C2F8546A}" type="pres">
      <dgm:prSet presAssocID="{18859E44-28E8-4DAC-A1B8-8C34708A44C7}" presName="rootComposite" presStyleCnt="0"/>
      <dgm:spPr/>
    </dgm:pt>
    <dgm:pt modelId="{47A698B7-96F7-44A8-BA97-0DD5E39E3F99}" type="pres">
      <dgm:prSet presAssocID="{18859E44-28E8-4DAC-A1B8-8C34708A44C7}" presName="rootText" presStyleLbl="node1" presStyleIdx="2" presStyleCnt="4"/>
      <dgm:spPr/>
    </dgm:pt>
    <dgm:pt modelId="{6AA983F2-5305-414D-B7F5-915D7EFD799B}" type="pres">
      <dgm:prSet presAssocID="{18859E44-28E8-4DAC-A1B8-8C34708A44C7}" presName="rootConnector" presStyleLbl="node1" presStyleIdx="2" presStyleCnt="4"/>
      <dgm:spPr/>
    </dgm:pt>
    <dgm:pt modelId="{AED68E4D-2630-4228-99A3-35311DE72556}" type="pres">
      <dgm:prSet presAssocID="{18859E44-28E8-4DAC-A1B8-8C34708A44C7}" presName="childShape" presStyleCnt="0"/>
      <dgm:spPr/>
    </dgm:pt>
    <dgm:pt modelId="{FFC6BE5E-6E8A-4777-8B73-C8CD9416ABD8}" type="pres">
      <dgm:prSet presAssocID="{0ED66342-DE34-4273-9F41-AE7C832BF593}" presName="Name13" presStyleLbl="parChTrans1D2" presStyleIdx="7" presStyleCnt="11"/>
      <dgm:spPr/>
    </dgm:pt>
    <dgm:pt modelId="{0E9F9AF7-E8E8-42F3-8949-679770138558}" type="pres">
      <dgm:prSet presAssocID="{4C4B064A-AD88-4A3B-8CEF-DCFDFE793F0D}" presName="childText" presStyleLbl="bgAcc1" presStyleIdx="7" presStyleCnt="11">
        <dgm:presLayoutVars>
          <dgm:bulletEnabled val="1"/>
        </dgm:presLayoutVars>
      </dgm:prSet>
      <dgm:spPr/>
    </dgm:pt>
    <dgm:pt modelId="{49F7863A-24AB-4BFF-BF3A-F225AC9790C1}" type="pres">
      <dgm:prSet presAssocID="{624EC177-6036-4762-870A-B1B9381B1DE0}" presName="Name13" presStyleLbl="parChTrans1D2" presStyleIdx="8" presStyleCnt="11"/>
      <dgm:spPr/>
    </dgm:pt>
    <dgm:pt modelId="{B9F9D81E-2151-4C7F-A13C-FAEDB6CD3E44}" type="pres">
      <dgm:prSet presAssocID="{4940388E-EE9C-460C-B2D7-DC50C5168F41}" presName="childText" presStyleLbl="bgAcc1" presStyleIdx="8" presStyleCnt="11" custScaleY="245441">
        <dgm:presLayoutVars>
          <dgm:bulletEnabled val="1"/>
        </dgm:presLayoutVars>
      </dgm:prSet>
      <dgm:spPr/>
    </dgm:pt>
    <dgm:pt modelId="{58D130AB-B230-4405-B20C-14BA178FF0F7}" type="pres">
      <dgm:prSet presAssocID="{326B0136-DFA3-46D8-B024-C22862E4AE36}" presName="root" presStyleCnt="0"/>
      <dgm:spPr/>
    </dgm:pt>
    <dgm:pt modelId="{AA58F1FE-0502-4C26-BDF2-4155581384D8}" type="pres">
      <dgm:prSet presAssocID="{326B0136-DFA3-46D8-B024-C22862E4AE36}" presName="rootComposite" presStyleCnt="0"/>
      <dgm:spPr/>
    </dgm:pt>
    <dgm:pt modelId="{45284B5D-FCF2-4146-9FC0-E8D5EAA6B1E2}" type="pres">
      <dgm:prSet presAssocID="{326B0136-DFA3-46D8-B024-C22862E4AE36}" presName="rootText" presStyleLbl="node1" presStyleIdx="3" presStyleCnt="4"/>
      <dgm:spPr/>
    </dgm:pt>
    <dgm:pt modelId="{9A17C5AC-2431-4BEE-AB42-CC755B54EA42}" type="pres">
      <dgm:prSet presAssocID="{326B0136-DFA3-46D8-B024-C22862E4AE36}" presName="rootConnector" presStyleLbl="node1" presStyleIdx="3" presStyleCnt="4"/>
      <dgm:spPr/>
    </dgm:pt>
    <dgm:pt modelId="{9BC420D3-FB4A-4887-83BE-6B9E6F1CC9D4}" type="pres">
      <dgm:prSet presAssocID="{326B0136-DFA3-46D8-B024-C22862E4AE36}" presName="childShape" presStyleCnt="0"/>
      <dgm:spPr/>
    </dgm:pt>
    <dgm:pt modelId="{D79612AE-DF4B-4CB0-8611-04D87A3A8488}" type="pres">
      <dgm:prSet presAssocID="{A2D98B2C-F185-448B-B786-F3BB5085D8D1}" presName="Name13" presStyleLbl="parChTrans1D2" presStyleIdx="9" presStyleCnt="11"/>
      <dgm:spPr/>
    </dgm:pt>
    <dgm:pt modelId="{63C15CBF-C829-4B47-BA8A-F7AD45DB3E1E}" type="pres">
      <dgm:prSet presAssocID="{B96D3A20-F821-4581-9F86-FBA9B3C9F080}" presName="childText" presStyleLbl="bgAcc1" presStyleIdx="9" presStyleCnt="11">
        <dgm:presLayoutVars>
          <dgm:bulletEnabled val="1"/>
        </dgm:presLayoutVars>
      </dgm:prSet>
      <dgm:spPr/>
    </dgm:pt>
    <dgm:pt modelId="{3622A951-2416-4620-8B49-F73C8C5032C1}" type="pres">
      <dgm:prSet presAssocID="{BA1E9ECB-2896-430C-B7FE-8E51AF4325C8}" presName="Name13" presStyleLbl="parChTrans1D2" presStyleIdx="10" presStyleCnt="11"/>
      <dgm:spPr/>
    </dgm:pt>
    <dgm:pt modelId="{EDD2A669-C7F1-4184-AF4F-EAE48670B0FC}" type="pres">
      <dgm:prSet presAssocID="{D4DAA85D-91ED-4687-8EDA-16427D471334}" presName="childText" presStyleLbl="bgAcc1" presStyleIdx="10" presStyleCnt="11" custScaleY="163118">
        <dgm:presLayoutVars>
          <dgm:bulletEnabled val="1"/>
        </dgm:presLayoutVars>
      </dgm:prSet>
      <dgm:spPr/>
    </dgm:pt>
  </dgm:ptLst>
  <dgm:cxnLst>
    <dgm:cxn modelId="{AD54B702-2DAC-41D7-80BE-7741C699651F}" srcId="{18859E44-28E8-4DAC-A1B8-8C34708A44C7}" destId="{4C4B064A-AD88-4A3B-8CEF-DCFDFE793F0D}" srcOrd="0" destOrd="0" parTransId="{0ED66342-DE34-4273-9F41-AE7C832BF593}" sibTransId="{B27F33E8-9CA3-47BA-8410-65D367786EEA}"/>
    <dgm:cxn modelId="{0DBA6205-3310-41A0-A2F3-28F9F46112A9}" type="presOf" srcId="{0D1DC02E-AC1F-45A0-8BE9-084731B49E12}" destId="{E252AC40-C3EB-485F-8B0D-E841C3428D13}" srcOrd="0" destOrd="0" presId="urn:microsoft.com/office/officeart/2005/8/layout/hierarchy3"/>
    <dgm:cxn modelId="{53B0530B-EB0C-4A4B-851A-7FF8080FFF82}" srcId="{326B0136-DFA3-46D8-B024-C22862E4AE36}" destId="{B96D3A20-F821-4581-9F86-FBA9B3C9F080}" srcOrd="0" destOrd="0" parTransId="{A2D98B2C-F185-448B-B786-F3BB5085D8D1}" sibTransId="{F21CAFE7-D087-4210-AB06-9598DB939353}"/>
    <dgm:cxn modelId="{1EF0220F-F68E-4B01-A62A-CD5B23B3D0C3}" srcId="{C841BC80-3E00-4189-B1AC-6A7E713C2BC5}" destId="{6AECF551-6657-41D5-85E7-180CAF2E645A}" srcOrd="1" destOrd="0" parTransId="{0F470B60-8025-4AA5-A0B7-5FBCB48B77A6}" sibTransId="{E9761A95-F898-48F0-AC3C-737DC14FE948}"/>
    <dgm:cxn modelId="{040E7E0F-7889-49E0-887F-8BD96E56B698}" type="presOf" srcId="{2046E165-C0F4-4BA9-9B78-9053474FB4BB}" destId="{57C1FEF3-DD56-408A-AA1F-75B64109F6D6}" srcOrd="0" destOrd="0" presId="urn:microsoft.com/office/officeart/2005/8/layout/hierarchy3"/>
    <dgm:cxn modelId="{BE7FC82B-F5AB-42A1-BB7D-AF5389EA4176}" type="presOf" srcId="{92ED8970-9F4A-432B-ABBF-050FCC064ADB}" destId="{BE606027-1D46-488B-A694-F10D97DE0B23}" srcOrd="0" destOrd="0" presId="urn:microsoft.com/office/officeart/2005/8/layout/hierarchy3"/>
    <dgm:cxn modelId="{53ED6F3E-8854-4B42-8EA8-FA583202575A}" type="presOf" srcId="{C841BC80-3E00-4189-B1AC-6A7E713C2BC5}" destId="{630B787E-02E1-4386-9407-EC5C6E4BA2C7}" srcOrd="1" destOrd="0" presId="urn:microsoft.com/office/officeart/2005/8/layout/hierarchy3"/>
    <dgm:cxn modelId="{3258D25D-F30E-4C13-804F-A4BC6B336144}" type="presOf" srcId="{486425DB-FBE4-4A6F-87BA-E1DD88EEC6FE}" destId="{B9F9D81E-2151-4C7F-A13C-FAEDB6CD3E44}" srcOrd="0" destOrd="2" presId="urn:microsoft.com/office/officeart/2005/8/layout/hierarchy3"/>
    <dgm:cxn modelId="{0D2BE161-3EC7-4DAE-9EE2-4D98063CF745}" type="presOf" srcId="{C783FD4F-4F1C-4D02-9E27-DF0344783566}" destId="{3D37D965-1779-4665-A57E-9EA1A085AA01}" srcOrd="0" destOrd="0" presId="urn:microsoft.com/office/officeart/2005/8/layout/hierarchy3"/>
    <dgm:cxn modelId="{81B6F761-AEAB-417E-B858-660055A7688D}" type="presOf" srcId="{18859E44-28E8-4DAC-A1B8-8C34708A44C7}" destId="{47A698B7-96F7-44A8-BA97-0DD5E39E3F99}" srcOrd="0" destOrd="0" presId="urn:microsoft.com/office/officeart/2005/8/layout/hierarchy3"/>
    <dgm:cxn modelId="{1972FA61-39BA-4793-B78E-42A65A65EEDD}" srcId="{4940388E-EE9C-460C-B2D7-DC50C5168F41}" destId="{486425DB-FBE4-4A6F-87BA-E1DD88EEC6FE}" srcOrd="1" destOrd="0" parTransId="{77A38B04-D73E-456E-9E9C-0C5635B43DA9}" sibTransId="{90B9445F-D141-44A3-80F1-3943522B6B37}"/>
    <dgm:cxn modelId="{CC50FD49-CCF2-4232-B467-9854DB6829C3}" srcId="{326B0136-DFA3-46D8-B024-C22862E4AE36}" destId="{D4DAA85D-91ED-4687-8EDA-16427D471334}" srcOrd="1" destOrd="0" parTransId="{BA1E9ECB-2896-430C-B7FE-8E51AF4325C8}" sibTransId="{A3130124-E6D4-46E3-A742-E44AFE707564}"/>
    <dgm:cxn modelId="{0CC4A46B-1702-4229-90FE-903AD274D298}" type="presOf" srcId="{326B0136-DFA3-46D8-B024-C22862E4AE36}" destId="{9A17C5AC-2431-4BEE-AB42-CC755B54EA42}" srcOrd="1" destOrd="0" presId="urn:microsoft.com/office/officeart/2005/8/layout/hierarchy3"/>
    <dgm:cxn modelId="{E09A7B4E-EC10-4DA1-B7BE-91DA6BC435DB}" type="presOf" srcId="{A2D98B2C-F185-448B-B786-F3BB5085D8D1}" destId="{D79612AE-DF4B-4CB0-8611-04D87A3A8488}" srcOrd="0" destOrd="0" presId="urn:microsoft.com/office/officeart/2005/8/layout/hierarchy3"/>
    <dgm:cxn modelId="{D0E2FB73-1124-4009-9DCE-7A44A28AF96B}" srcId="{C841BC80-3E00-4189-B1AC-6A7E713C2BC5}" destId="{65FFA75A-1A0F-48BD-865B-4E136C9A919E}" srcOrd="0" destOrd="0" parTransId="{DB921688-EC2C-4E60-90D0-3E9CE0B77B58}" sibTransId="{84310B48-213B-4D6E-B064-DC405D3D48D6}"/>
    <dgm:cxn modelId="{0969A954-9676-49D5-A4A1-D57FF7FFE66B}" type="presOf" srcId="{4940388E-EE9C-460C-B2D7-DC50C5168F41}" destId="{B9F9D81E-2151-4C7F-A13C-FAEDB6CD3E44}" srcOrd="0" destOrd="0" presId="urn:microsoft.com/office/officeart/2005/8/layout/hierarchy3"/>
    <dgm:cxn modelId="{9A827357-028F-4008-941E-E0F60AE4FD34}" type="presOf" srcId="{4C4B064A-AD88-4A3B-8CEF-DCFDFE793F0D}" destId="{0E9F9AF7-E8E8-42F3-8949-679770138558}" srcOrd="0" destOrd="0" presId="urn:microsoft.com/office/officeart/2005/8/layout/hierarchy3"/>
    <dgm:cxn modelId="{7F38A158-72A9-4941-A3EA-3B1D0A9E26E9}" type="presOf" srcId="{3179B7EC-FE33-4E15-A682-07DBB4937720}" destId="{6E5DAFF3-9231-4D7D-95D7-6E04B5CEFC38}" srcOrd="0" destOrd="0" presId="urn:microsoft.com/office/officeart/2005/8/layout/hierarchy3"/>
    <dgm:cxn modelId="{AEB59B59-A546-4012-A092-A211CD249BFB}" type="presOf" srcId="{92A7C9E2-2183-4A00-A847-695A2A9E5E9C}" destId="{D4B3D4E1-BBD5-4DD4-878E-A283CB998CE2}" srcOrd="0" destOrd="0" presId="urn:microsoft.com/office/officeart/2005/8/layout/hierarchy3"/>
    <dgm:cxn modelId="{0248BA85-E652-4583-827F-1337EA2E8107}" type="presOf" srcId="{0F470B60-8025-4AA5-A0B7-5FBCB48B77A6}" destId="{B212AB17-2EDC-4E61-86F5-D5578B2187F8}" srcOrd="0" destOrd="0" presId="urn:microsoft.com/office/officeart/2005/8/layout/hierarchy3"/>
    <dgm:cxn modelId="{4036A287-FF43-4093-8ADD-1DC74AB1DCC0}" type="presOf" srcId="{D2E5FE58-D838-4230-BEC9-62B1A45F479E}" destId="{DECC2ABF-68A4-4D80-89A9-4881ADF8F713}" srcOrd="0" destOrd="0" presId="urn:microsoft.com/office/officeart/2005/8/layout/hierarchy3"/>
    <dgm:cxn modelId="{30428789-1FB2-40F0-88BE-966D0D9357ED}" type="presOf" srcId="{624EC177-6036-4762-870A-B1B9381B1DE0}" destId="{49F7863A-24AB-4BFF-BF3A-F225AC9790C1}" srcOrd="0" destOrd="0" presId="urn:microsoft.com/office/officeart/2005/8/layout/hierarchy3"/>
    <dgm:cxn modelId="{28B4FF8A-09BA-4486-A587-E2A353D1E7CB}" type="presOf" srcId="{5C2C7382-40B1-4EFA-8765-C5259FBE5C90}" destId="{3424C720-3624-476F-844A-68648363EBCE}" srcOrd="0" destOrd="2" presId="urn:microsoft.com/office/officeart/2005/8/layout/hierarchy3"/>
    <dgm:cxn modelId="{40966A8B-02FB-495B-A37C-5D3434B950AD}" srcId="{2046E165-C0F4-4BA9-9B78-9053474FB4BB}" destId="{C841BC80-3E00-4189-B1AC-6A7E713C2BC5}" srcOrd="1" destOrd="0" parTransId="{134C527D-FD58-4F6B-BF26-66533040E8E3}" sibTransId="{29CDE3A5-F37A-413E-A3F2-6E13B806907A}"/>
    <dgm:cxn modelId="{8DF0E58C-C300-4DE2-B03F-990B08AFEDE7}" srcId="{2046E165-C0F4-4BA9-9B78-9053474FB4BB}" destId="{92ED8970-9F4A-432B-ABBF-050FCC064ADB}" srcOrd="0" destOrd="0" parTransId="{B0082303-6180-4408-943B-100A2787BE35}" sibTransId="{4328AC0C-5B93-488A-9531-C813D2AE9938}"/>
    <dgm:cxn modelId="{A8163C90-4699-40A2-BC24-A01E308ADE2E}" type="presOf" srcId="{326B0136-DFA3-46D8-B024-C22862E4AE36}" destId="{45284B5D-FCF2-4146-9FC0-E8D5EAA6B1E2}" srcOrd="0" destOrd="0" presId="urn:microsoft.com/office/officeart/2005/8/layout/hierarchy3"/>
    <dgm:cxn modelId="{C69CA796-E89A-4CCC-B75C-4D6857AEA20E}" type="presOf" srcId="{92ED8970-9F4A-432B-ABBF-050FCC064ADB}" destId="{65379501-E261-4A86-97C8-77D153822A3C}" srcOrd="1" destOrd="0" presId="urn:microsoft.com/office/officeart/2005/8/layout/hierarchy3"/>
    <dgm:cxn modelId="{882537AD-0120-4600-AF29-1843111B9B71}" type="presOf" srcId="{411E520E-1B6D-4A43-9041-0B418BB49CB8}" destId="{3424C720-3624-476F-844A-68648363EBCE}" srcOrd="0" destOrd="1" presId="urn:microsoft.com/office/officeart/2005/8/layout/hierarchy3"/>
    <dgm:cxn modelId="{F2EA8FAD-CFA9-44FE-B924-FB42A49F49AC}" type="presOf" srcId="{7DEAE6A5-B209-48BE-A3BE-03B8C819CADD}" destId="{C703EF97-AD19-4CCF-AF7C-C86F4FC307FD}" srcOrd="0" destOrd="0" presId="urn:microsoft.com/office/officeart/2005/8/layout/hierarchy3"/>
    <dgm:cxn modelId="{D26D3FB3-A4F5-41F5-8CE1-14372B107F38}" srcId="{1500908D-4768-47C8-A3C2-6DADAA13ABE3}" destId="{5C2C7382-40B1-4EFA-8765-C5259FBE5C90}" srcOrd="1" destOrd="0" parTransId="{57EAF041-C218-40AC-AA75-2C3A86966444}" sibTransId="{EC4CF686-7E94-4538-B11E-43745B6F63F0}"/>
    <dgm:cxn modelId="{7C2025B5-2EF5-48DF-915A-ACF13D5F4F54}" srcId="{4940388E-EE9C-460C-B2D7-DC50C5168F41}" destId="{71DF3965-465D-417E-A4B3-AD02B7934D78}" srcOrd="0" destOrd="0" parTransId="{657E85DE-9083-4341-A3C2-10A4249289E1}" sibTransId="{07A2D0F8-1BA2-4697-8213-D7F49FFE8EF3}"/>
    <dgm:cxn modelId="{C2C727B8-90B2-4E3B-9EA0-869839F68B8C}" srcId="{2046E165-C0F4-4BA9-9B78-9053474FB4BB}" destId="{18859E44-28E8-4DAC-A1B8-8C34708A44C7}" srcOrd="2" destOrd="0" parTransId="{FCF57EDF-4453-4FC8-91EB-25C2FFCBA87C}" sibTransId="{CBB45334-3B15-4289-850D-AD488CF0D677}"/>
    <dgm:cxn modelId="{C753B2B8-2100-4B7A-B435-F6683496FD22}" srcId="{2046E165-C0F4-4BA9-9B78-9053474FB4BB}" destId="{326B0136-DFA3-46D8-B024-C22862E4AE36}" srcOrd="3" destOrd="0" parTransId="{6C0C8D8F-748F-4846-A48F-EC0279DC7C6A}" sibTransId="{95C30BCA-2A2B-4C9F-A622-5E9FEE332558}"/>
    <dgm:cxn modelId="{2C192ABF-4EDE-4868-AA3D-805F9937CE85}" type="presOf" srcId="{D4DAA85D-91ED-4687-8EDA-16427D471334}" destId="{EDD2A669-C7F1-4184-AF4F-EAE48670B0FC}" srcOrd="0" destOrd="0" presId="urn:microsoft.com/office/officeart/2005/8/layout/hierarchy3"/>
    <dgm:cxn modelId="{60B381C5-886C-4F01-AC84-937A130A1D6A}" srcId="{92ED8970-9F4A-432B-ABBF-050FCC064ADB}" destId="{1500908D-4768-47C8-A3C2-6DADAA13ABE3}" srcOrd="0" destOrd="0" parTransId="{7DEAE6A5-B209-48BE-A3BE-03B8C819CADD}" sibTransId="{F9E3A351-0792-4F04-B52D-D80A1A9954C9}"/>
    <dgm:cxn modelId="{791EBAC6-4944-4EE2-B04F-EF76C022441A}" type="presOf" srcId="{0ED66342-DE34-4273-9F41-AE7C832BF593}" destId="{FFC6BE5E-6E8A-4777-8B73-C8CD9416ABD8}" srcOrd="0" destOrd="0" presId="urn:microsoft.com/office/officeart/2005/8/layout/hierarchy3"/>
    <dgm:cxn modelId="{531BB9C7-75F7-4A2F-BA80-AF5BA5642624}" srcId="{1500908D-4768-47C8-A3C2-6DADAA13ABE3}" destId="{411E520E-1B6D-4A43-9041-0B418BB49CB8}" srcOrd="0" destOrd="0" parTransId="{84328A40-1055-45DA-A573-D3A173BB32B6}" sibTransId="{7FE5080C-F3B8-42D1-BF1A-8CE7864DCD14}"/>
    <dgm:cxn modelId="{498A6BCB-AD3B-4AC8-B702-609DCF773AAE}" type="presOf" srcId="{B89DD9A7-0A1A-4338-A818-76893392BE53}" destId="{B9F9D81E-2151-4C7F-A13C-FAEDB6CD3E44}" srcOrd="0" destOrd="3" presId="urn:microsoft.com/office/officeart/2005/8/layout/hierarchy3"/>
    <dgm:cxn modelId="{6B5041CD-A0C8-4FE2-87E4-E86201EB6843}" type="presOf" srcId="{6AECF551-6657-41D5-85E7-180CAF2E645A}" destId="{9310EE92-744C-4280-A61D-2B8A2ABAD9F4}" srcOrd="0" destOrd="0" presId="urn:microsoft.com/office/officeart/2005/8/layout/hierarchy3"/>
    <dgm:cxn modelId="{05201BD0-9379-4E3F-9C74-28C5E99BAEBE}" srcId="{C841BC80-3E00-4189-B1AC-6A7E713C2BC5}" destId="{95AF1029-4286-4F1E-87E8-5E9B8B8BDFC1}" srcOrd="4" destOrd="0" parTransId="{92A7C9E2-2183-4A00-A847-695A2A9E5E9C}" sibTransId="{BB5AAAD0-F503-4DF5-A74D-096C56DFBF89}"/>
    <dgm:cxn modelId="{7FF0BCD0-96D1-48D1-96DE-11B6F3B3EF2A}" type="presOf" srcId="{1500908D-4768-47C8-A3C2-6DADAA13ABE3}" destId="{3424C720-3624-476F-844A-68648363EBCE}" srcOrd="0" destOrd="0" presId="urn:microsoft.com/office/officeart/2005/8/layout/hierarchy3"/>
    <dgm:cxn modelId="{CC1A21D2-F3C3-421E-A4E6-39A21304AC31}" type="presOf" srcId="{65FFA75A-1A0F-48BD-865B-4E136C9A919E}" destId="{37BCD7CC-CB49-42D2-ABA8-A1D34FF7E593}" srcOrd="0" destOrd="0" presId="urn:microsoft.com/office/officeart/2005/8/layout/hierarchy3"/>
    <dgm:cxn modelId="{66B0DED3-817A-4C83-98BA-BBDD3CD97247}" srcId="{4940388E-EE9C-460C-B2D7-DC50C5168F41}" destId="{B89DD9A7-0A1A-4338-A818-76893392BE53}" srcOrd="2" destOrd="0" parTransId="{7D083AF4-F2D4-4E7A-B014-17193ACAE489}" sibTransId="{68D07598-64EC-4A2A-A46B-AE18DAC31E34}"/>
    <dgm:cxn modelId="{F22B24DB-DBA2-4A9F-BFB3-EC330D196F38}" srcId="{C841BC80-3E00-4189-B1AC-6A7E713C2BC5}" destId="{0D1DC02E-AC1F-45A0-8BE9-084731B49E12}" srcOrd="2" destOrd="0" parTransId="{C783FD4F-4F1C-4D02-9E27-DF0344783566}" sibTransId="{2FA9BE60-EB95-41ED-942A-49446C1901F0}"/>
    <dgm:cxn modelId="{F1CA59E1-54CA-46E5-A56D-CFC3F0F4C809}" type="presOf" srcId="{71DF3965-465D-417E-A4B3-AD02B7934D78}" destId="{B9F9D81E-2151-4C7F-A13C-FAEDB6CD3E44}" srcOrd="0" destOrd="1" presId="urn:microsoft.com/office/officeart/2005/8/layout/hierarchy3"/>
    <dgm:cxn modelId="{7EBCDEE2-E97C-460F-A0A5-ED74AD42AE53}" type="presOf" srcId="{95AF1029-4286-4F1E-87E8-5E9B8B8BDFC1}" destId="{0CE299DA-1F71-4968-9F4A-0C2ABD374155}" srcOrd="0" destOrd="0" presId="urn:microsoft.com/office/officeart/2005/8/layout/hierarchy3"/>
    <dgm:cxn modelId="{331437E4-FBE8-4532-9896-599C3AAF18CA}" srcId="{18859E44-28E8-4DAC-A1B8-8C34708A44C7}" destId="{4940388E-EE9C-460C-B2D7-DC50C5168F41}" srcOrd="1" destOrd="0" parTransId="{624EC177-6036-4762-870A-B1B9381B1DE0}" sibTransId="{E1822BB4-9B24-40AD-B01F-A243D51B0E51}"/>
    <dgm:cxn modelId="{D1D881E4-DD96-42DD-95B9-05E38ED355B7}" type="presOf" srcId="{DB921688-EC2C-4E60-90D0-3E9CE0B77B58}" destId="{69A66B51-B50E-4E12-80C7-F904DFADBE10}" srcOrd="0" destOrd="0" presId="urn:microsoft.com/office/officeart/2005/8/layout/hierarchy3"/>
    <dgm:cxn modelId="{04D9B9E4-D7EB-49C5-B753-6804C7A6E2EE}" type="presOf" srcId="{B96D3A20-F821-4581-9F86-FBA9B3C9F080}" destId="{63C15CBF-C829-4B47-BA8A-F7AD45DB3E1E}" srcOrd="0" destOrd="0" presId="urn:microsoft.com/office/officeart/2005/8/layout/hierarchy3"/>
    <dgm:cxn modelId="{572E13E7-CF91-4567-B0BB-9E09A46FB8B4}" srcId="{92ED8970-9F4A-432B-ABBF-050FCC064ADB}" destId="{3179B7EC-FE33-4E15-A682-07DBB4937720}" srcOrd="1" destOrd="0" parTransId="{D2E5FE58-D838-4230-BEC9-62B1A45F479E}" sibTransId="{81E4E8E8-18D7-40B0-A7E4-093A8D5588DA}"/>
    <dgm:cxn modelId="{77725EEC-5C80-47A4-943F-C053D3658478}" type="presOf" srcId="{4B03395B-002F-4F80-9E0C-9EA6AE6DFBB3}" destId="{54B038AB-3702-4E53-A3F1-0B2038B78671}" srcOrd="0" destOrd="0" presId="urn:microsoft.com/office/officeart/2005/8/layout/hierarchy3"/>
    <dgm:cxn modelId="{B5A4BBEC-A201-4603-B2EE-E905E55DC2FF}" srcId="{C841BC80-3E00-4189-B1AC-6A7E713C2BC5}" destId="{EF1C7F5F-8579-49EE-9B67-47E06D0EE1DB}" srcOrd="3" destOrd="0" parTransId="{4B03395B-002F-4F80-9E0C-9EA6AE6DFBB3}" sibTransId="{758A3A0E-A6E4-45C4-8E19-7D5459A60AF8}"/>
    <dgm:cxn modelId="{921FFDED-C9D5-45CB-B8A0-1D0D034DC80D}" type="presOf" srcId="{EF1C7F5F-8579-49EE-9B67-47E06D0EE1DB}" destId="{BA1537EF-DEF2-4001-9439-8EB8D6F6166F}" srcOrd="0" destOrd="0" presId="urn:microsoft.com/office/officeart/2005/8/layout/hierarchy3"/>
    <dgm:cxn modelId="{D12944F4-2EF6-4AB1-9622-588D3D8049BA}" type="presOf" srcId="{BA1E9ECB-2896-430C-B7FE-8E51AF4325C8}" destId="{3622A951-2416-4620-8B49-F73C8C5032C1}" srcOrd="0" destOrd="0" presId="urn:microsoft.com/office/officeart/2005/8/layout/hierarchy3"/>
    <dgm:cxn modelId="{F0E348F4-1DA0-4984-80DD-FC46A0CD8213}" type="presOf" srcId="{18859E44-28E8-4DAC-A1B8-8C34708A44C7}" destId="{6AA983F2-5305-414D-B7F5-915D7EFD799B}" srcOrd="1" destOrd="0" presId="urn:microsoft.com/office/officeart/2005/8/layout/hierarchy3"/>
    <dgm:cxn modelId="{DD6B28FD-A3C6-4CCE-886C-94BFB70E5770}" type="presOf" srcId="{C841BC80-3E00-4189-B1AC-6A7E713C2BC5}" destId="{6C8ED4F0-8AF0-44C4-81DA-830AE2EA5BC6}" srcOrd="0" destOrd="0" presId="urn:microsoft.com/office/officeart/2005/8/layout/hierarchy3"/>
    <dgm:cxn modelId="{DEE85A04-ACAC-4CF8-9041-E7015B415DB5}" type="presParOf" srcId="{57C1FEF3-DD56-408A-AA1F-75B64109F6D6}" destId="{27A6A8DE-D543-4903-BF09-4AA2CD7DFCEC}" srcOrd="0" destOrd="0" presId="urn:microsoft.com/office/officeart/2005/8/layout/hierarchy3"/>
    <dgm:cxn modelId="{C7450ADC-2DC8-49E0-BECC-A67DEA39D197}" type="presParOf" srcId="{27A6A8DE-D543-4903-BF09-4AA2CD7DFCEC}" destId="{528E2A2B-867E-4FC2-B586-09CE6A30BD43}" srcOrd="0" destOrd="0" presId="urn:microsoft.com/office/officeart/2005/8/layout/hierarchy3"/>
    <dgm:cxn modelId="{047441F2-8651-42BC-B409-C43A7728D0DB}" type="presParOf" srcId="{528E2A2B-867E-4FC2-B586-09CE6A30BD43}" destId="{BE606027-1D46-488B-A694-F10D97DE0B23}" srcOrd="0" destOrd="0" presId="urn:microsoft.com/office/officeart/2005/8/layout/hierarchy3"/>
    <dgm:cxn modelId="{8EA645B4-38C1-44D6-B14C-3195A2A3AD0C}" type="presParOf" srcId="{528E2A2B-867E-4FC2-B586-09CE6A30BD43}" destId="{65379501-E261-4A86-97C8-77D153822A3C}" srcOrd="1" destOrd="0" presId="urn:microsoft.com/office/officeart/2005/8/layout/hierarchy3"/>
    <dgm:cxn modelId="{1AC5B315-AEC7-4031-92B7-7BB23F2CC939}" type="presParOf" srcId="{27A6A8DE-D543-4903-BF09-4AA2CD7DFCEC}" destId="{4165B1B5-AD17-4C71-BE3F-7B7C929DF7B3}" srcOrd="1" destOrd="0" presId="urn:microsoft.com/office/officeart/2005/8/layout/hierarchy3"/>
    <dgm:cxn modelId="{26CB92A1-C0CC-4F85-8D3D-6DDEB8D840BF}" type="presParOf" srcId="{4165B1B5-AD17-4C71-BE3F-7B7C929DF7B3}" destId="{C703EF97-AD19-4CCF-AF7C-C86F4FC307FD}" srcOrd="0" destOrd="0" presId="urn:microsoft.com/office/officeart/2005/8/layout/hierarchy3"/>
    <dgm:cxn modelId="{A85E3E2A-6F97-43AE-961E-25E77F549434}" type="presParOf" srcId="{4165B1B5-AD17-4C71-BE3F-7B7C929DF7B3}" destId="{3424C720-3624-476F-844A-68648363EBCE}" srcOrd="1" destOrd="0" presId="urn:microsoft.com/office/officeart/2005/8/layout/hierarchy3"/>
    <dgm:cxn modelId="{282F941E-8549-4FDF-ABE2-4EDD9DCAE950}" type="presParOf" srcId="{4165B1B5-AD17-4C71-BE3F-7B7C929DF7B3}" destId="{DECC2ABF-68A4-4D80-89A9-4881ADF8F713}" srcOrd="2" destOrd="0" presId="urn:microsoft.com/office/officeart/2005/8/layout/hierarchy3"/>
    <dgm:cxn modelId="{129DE35D-B246-4DEA-89F5-30946419AD6E}" type="presParOf" srcId="{4165B1B5-AD17-4C71-BE3F-7B7C929DF7B3}" destId="{6E5DAFF3-9231-4D7D-95D7-6E04B5CEFC38}" srcOrd="3" destOrd="0" presId="urn:microsoft.com/office/officeart/2005/8/layout/hierarchy3"/>
    <dgm:cxn modelId="{AFC6CEA8-9DFE-4B4E-81F4-5A758782C061}" type="presParOf" srcId="{57C1FEF3-DD56-408A-AA1F-75B64109F6D6}" destId="{2F22176C-2347-4ADC-B4BF-74EEBF7B4150}" srcOrd="1" destOrd="0" presId="urn:microsoft.com/office/officeart/2005/8/layout/hierarchy3"/>
    <dgm:cxn modelId="{6FE6FB3A-38E7-419C-B5FB-510F5FAF2F9E}" type="presParOf" srcId="{2F22176C-2347-4ADC-B4BF-74EEBF7B4150}" destId="{4A57AA57-95A9-4176-A9C3-76946EC89D17}" srcOrd="0" destOrd="0" presId="urn:microsoft.com/office/officeart/2005/8/layout/hierarchy3"/>
    <dgm:cxn modelId="{7000CC5C-9F4C-4E8F-844C-97619FFE3D9F}" type="presParOf" srcId="{4A57AA57-95A9-4176-A9C3-76946EC89D17}" destId="{6C8ED4F0-8AF0-44C4-81DA-830AE2EA5BC6}" srcOrd="0" destOrd="0" presId="urn:microsoft.com/office/officeart/2005/8/layout/hierarchy3"/>
    <dgm:cxn modelId="{C5D48CD3-00D1-490F-8257-E53EA72E9A6F}" type="presParOf" srcId="{4A57AA57-95A9-4176-A9C3-76946EC89D17}" destId="{630B787E-02E1-4386-9407-EC5C6E4BA2C7}" srcOrd="1" destOrd="0" presId="urn:microsoft.com/office/officeart/2005/8/layout/hierarchy3"/>
    <dgm:cxn modelId="{62776413-830C-4235-9E97-6DA78305E568}" type="presParOf" srcId="{2F22176C-2347-4ADC-B4BF-74EEBF7B4150}" destId="{1F6B6F8D-C027-4B71-9D25-9DC36981398B}" srcOrd="1" destOrd="0" presId="urn:microsoft.com/office/officeart/2005/8/layout/hierarchy3"/>
    <dgm:cxn modelId="{D9A4467C-C072-40C4-9320-326826E9EBE0}" type="presParOf" srcId="{1F6B6F8D-C027-4B71-9D25-9DC36981398B}" destId="{69A66B51-B50E-4E12-80C7-F904DFADBE10}" srcOrd="0" destOrd="0" presId="urn:microsoft.com/office/officeart/2005/8/layout/hierarchy3"/>
    <dgm:cxn modelId="{D742C358-B49A-419E-9163-BACF19CD509C}" type="presParOf" srcId="{1F6B6F8D-C027-4B71-9D25-9DC36981398B}" destId="{37BCD7CC-CB49-42D2-ABA8-A1D34FF7E593}" srcOrd="1" destOrd="0" presId="urn:microsoft.com/office/officeart/2005/8/layout/hierarchy3"/>
    <dgm:cxn modelId="{1FDA5B5E-2F47-4977-A54E-D2E354ED1F1E}" type="presParOf" srcId="{1F6B6F8D-C027-4B71-9D25-9DC36981398B}" destId="{B212AB17-2EDC-4E61-86F5-D5578B2187F8}" srcOrd="2" destOrd="0" presId="urn:microsoft.com/office/officeart/2005/8/layout/hierarchy3"/>
    <dgm:cxn modelId="{1BC0791A-7723-4A95-B774-0963A8CCFB44}" type="presParOf" srcId="{1F6B6F8D-C027-4B71-9D25-9DC36981398B}" destId="{9310EE92-744C-4280-A61D-2B8A2ABAD9F4}" srcOrd="3" destOrd="0" presId="urn:microsoft.com/office/officeart/2005/8/layout/hierarchy3"/>
    <dgm:cxn modelId="{1FA247F4-32B7-439C-9575-48777E4E06D9}" type="presParOf" srcId="{1F6B6F8D-C027-4B71-9D25-9DC36981398B}" destId="{3D37D965-1779-4665-A57E-9EA1A085AA01}" srcOrd="4" destOrd="0" presId="urn:microsoft.com/office/officeart/2005/8/layout/hierarchy3"/>
    <dgm:cxn modelId="{82A73839-FB95-44A5-9EA3-FD317C7E43A0}" type="presParOf" srcId="{1F6B6F8D-C027-4B71-9D25-9DC36981398B}" destId="{E252AC40-C3EB-485F-8B0D-E841C3428D13}" srcOrd="5" destOrd="0" presId="urn:microsoft.com/office/officeart/2005/8/layout/hierarchy3"/>
    <dgm:cxn modelId="{EE145F61-0249-44A2-9554-D5DB62EE8CDD}" type="presParOf" srcId="{1F6B6F8D-C027-4B71-9D25-9DC36981398B}" destId="{54B038AB-3702-4E53-A3F1-0B2038B78671}" srcOrd="6" destOrd="0" presId="urn:microsoft.com/office/officeart/2005/8/layout/hierarchy3"/>
    <dgm:cxn modelId="{01967BAA-E012-4453-93D7-645956A330C5}" type="presParOf" srcId="{1F6B6F8D-C027-4B71-9D25-9DC36981398B}" destId="{BA1537EF-DEF2-4001-9439-8EB8D6F6166F}" srcOrd="7" destOrd="0" presId="urn:microsoft.com/office/officeart/2005/8/layout/hierarchy3"/>
    <dgm:cxn modelId="{954FC704-53AA-4CA4-8F9F-E7FAE1258CB6}" type="presParOf" srcId="{1F6B6F8D-C027-4B71-9D25-9DC36981398B}" destId="{D4B3D4E1-BBD5-4DD4-878E-A283CB998CE2}" srcOrd="8" destOrd="0" presId="urn:microsoft.com/office/officeart/2005/8/layout/hierarchy3"/>
    <dgm:cxn modelId="{BE70D218-D65E-4B20-B5A7-8FE8FA352784}" type="presParOf" srcId="{1F6B6F8D-C027-4B71-9D25-9DC36981398B}" destId="{0CE299DA-1F71-4968-9F4A-0C2ABD374155}" srcOrd="9" destOrd="0" presId="urn:microsoft.com/office/officeart/2005/8/layout/hierarchy3"/>
    <dgm:cxn modelId="{A9F1036F-795B-4F37-BE19-16971A3419F2}" type="presParOf" srcId="{57C1FEF3-DD56-408A-AA1F-75B64109F6D6}" destId="{2B9B60DD-88B5-478F-B8BF-4A48509E0C96}" srcOrd="2" destOrd="0" presId="urn:microsoft.com/office/officeart/2005/8/layout/hierarchy3"/>
    <dgm:cxn modelId="{E84A8649-3689-459F-8290-C1150A60404F}" type="presParOf" srcId="{2B9B60DD-88B5-478F-B8BF-4A48509E0C96}" destId="{CCBB313B-E3E4-46D4-BCE9-5517C2F8546A}" srcOrd="0" destOrd="0" presId="urn:microsoft.com/office/officeart/2005/8/layout/hierarchy3"/>
    <dgm:cxn modelId="{B0097DD7-3F98-4488-AA06-C282E1EB87B4}" type="presParOf" srcId="{CCBB313B-E3E4-46D4-BCE9-5517C2F8546A}" destId="{47A698B7-96F7-44A8-BA97-0DD5E39E3F99}" srcOrd="0" destOrd="0" presId="urn:microsoft.com/office/officeart/2005/8/layout/hierarchy3"/>
    <dgm:cxn modelId="{8250EDB1-C5E8-4B82-8B4B-857CC1617F1F}" type="presParOf" srcId="{CCBB313B-E3E4-46D4-BCE9-5517C2F8546A}" destId="{6AA983F2-5305-414D-B7F5-915D7EFD799B}" srcOrd="1" destOrd="0" presId="urn:microsoft.com/office/officeart/2005/8/layout/hierarchy3"/>
    <dgm:cxn modelId="{6A42F339-41EC-4C5B-B55C-CC0D221FE149}" type="presParOf" srcId="{2B9B60DD-88B5-478F-B8BF-4A48509E0C96}" destId="{AED68E4D-2630-4228-99A3-35311DE72556}" srcOrd="1" destOrd="0" presId="urn:microsoft.com/office/officeart/2005/8/layout/hierarchy3"/>
    <dgm:cxn modelId="{C0BF7528-4386-4A21-9361-782C974D1F27}" type="presParOf" srcId="{AED68E4D-2630-4228-99A3-35311DE72556}" destId="{FFC6BE5E-6E8A-4777-8B73-C8CD9416ABD8}" srcOrd="0" destOrd="0" presId="urn:microsoft.com/office/officeart/2005/8/layout/hierarchy3"/>
    <dgm:cxn modelId="{999B1F2C-25A3-4FFD-B74D-3EBDA4BA6C28}" type="presParOf" srcId="{AED68E4D-2630-4228-99A3-35311DE72556}" destId="{0E9F9AF7-E8E8-42F3-8949-679770138558}" srcOrd="1" destOrd="0" presId="urn:microsoft.com/office/officeart/2005/8/layout/hierarchy3"/>
    <dgm:cxn modelId="{FB4295EC-7650-4009-98B4-F7924C3C7034}" type="presParOf" srcId="{AED68E4D-2630-4228-99A3-35311DE72556}" destId="{49F7863A-24AB-4BFF-BF3A-F225AC9790C1}" srcOrd="2" destOrd="0" presId="urn:microsoft.com/office/officeart/2005/8/layout/hierarchy3"/>
    <dgm:cxn modelId="{29029FA1-9E4F-42DA-ACED-54F8F2A88DA7}" type="presParOf" srcId="{AED68E4D-2630-4228-99A3-35311DE72556}" destId="{B9F9D81E-2151-4C7F-A13C-FAEDB6CD3E44}" srcOrd="3" destOrd="0" presId="urn:microsoft.com/office/officeart/2005/8/layout/hierarchy3"/>
    <dgm:cxn modelId="{5BFB8683-D6EF-4021-A465-C52A7A2AD6E6}" type="presParOf" srcId="{57C1FEF3-DD56-408A-AA1F-75B64109F6D6}" destId="{58D130AB-B230-4405-B20C-14BA178FF0F7}" srcOrd="3" destOrd="0" presId="urn:microsoft.com/office/officeart/2005/8/layout/hierarchy3"/>
    <dgm:cxn modelId="{0F414E9A-4553-4AD0-AFE0-D6D2E8F3D456}" type="presParOf" srcId="{58D130AB-B230-4405-B20C-14BA178FF0F7}" destId="{AA58F1FE-0502-4C26-BDF2-4155581384D8}" srcOrd="0" destOrd="0" presId="urn:microsoft.com/office/officeart/2005/8/layout/hierarchy3"/>
    <dgm:cxn modelId="{68097E64-CA7E-4B5F-8504-FFE62BFC6A10}" type="presParOf" srcId="{AA58F1FE-0502-4C26-BDF2-4155581384D8}" destId="{45284B5D-FCF2-4146-9FC0-E8D5EAA6B1E2}" srcOrd="0" destOrd="0" presId="urn:microsoft.com/office/officeart/2005/8/layout/hierarchy3"/>
    <dgm:cxn modelId="{80E76748-D98A-49F9-9695-37E3A37F069C}" type="presParOf" srcId="{AA58F1FE-0502-4C26-BDF2-4155581384D8}" destId="{9A17C5AC-2431-4BEE-AB42-CC755B54EA42}" srcOrd="1" destOrd="0" presId="urn:microsoft.com/office/officeart/2005/8/layout/hierarchy3"/>
    <dgm:cxn modelId="{34A6FDB3-BA3E-4D79-9E50-DE07E48B9B2C}" type="presParOf" srcId="{58D130AB-B230-4405-B20C-14BA178FF0F7}" destId="{9BC420D3-FB4A-4887-83BE-6B9E6F1CC9D4}" srcOrd="1" destOrd="0" presId="urn:microsoft.com/office/officeart/2005/8/layout/hierarchy3"/>
    <dgm:cxn modelId="{50A890D5-A573-4B69-99DC-36182F41EFBA}" type="presParOf" srcId="{9BC420D3-FB4A-4887-83BE-6B9E6F1CC9D4}" destId="{D79612AE-DF4B-4CB0-8611-04D87A3A8488}" srcOrd="0" destOrd="0" presId="urn:microsoft.com/office/officeart/2005/8/layout/hierarchy3"/>
    <dgm:cxn modelId="{3CC6FDE5-CC9F-460B-939A-CDEED8940F30}" type="presParOf" srcId="{9BC420D3-FB4A-4887-83BE-6B9E6F1CC9D4}" destId="{63C15CBF-C829-4B47-BA8A-F7AD45DB3E1E}" srcOrd="1" destOrd="0" presId="urn:microsoft.com/office/officeart/2005/8/layout/hierarchy3"/>
    <dgm:cxn modelId="{0744D264-83E5-46BA-AAE5-3FCAD3E4FBBB}" type="presParOf" srcId="{9BC420D3-FB4A-4887-83BE-6B9E6F1CC9D4}" destId="{3622A951-2416-4620-8B49-F73C8C5032C1}" srcOrd="2" destOrd="0" presId="urn:microsoft.com/office/officeart/2005/8/layout/hierarchy3"/>
    <dgm:cxn modelId="{43622F5A-011D-4E23-AF84-98877FEFC7EF}" type="presParOf" srcId="{9BC420D3-FB4A-4887-83BE-6B9E6F1CC9D4}" destId="{EDD2A669-C7F1-4184-AF4F-EAE48670B0FC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2083A05-DA26-430B-9A79-C92A1123BE62}" type="doc">
      <dgm:prSet loTypeId="urn:microsoft.com/office/officeart/2005/8/layout/default" loCatId="list" qsTypeId="urn:microsoft.com/office/officeart/2005/8/quickstyle/simple1" qsCatId="simple" csTypeId="urn:microsoft.com/office/officeart/2005/8/colors/accent5_4" csCatId="accent5" phldr="1"/>
      <dgm:spPr/>
      <dgm:t>
        <a:bodyPr/>
        <a:lstStyle/>
        <a:p>
          <a:endParaRPr lang="en-IN"/>
        </a:p>
      </dgm:t>
    </dgm:pt>
    <dgm:pt modelId="{EC2E42BC-EE03-4D5C-96D4-421ECD6C3C1C}">
      <dgm:prSet/>
      <dgm:spPr/>
      <dgm:t>
        <a:bodyPr/>
        <a:lstStyle/>
        <a:p>
          <a:r>
            <a:rPr lang="en-US" b="1"/>
            <a:t>Evaluation Approach</a:t>
          </a:r>
          <a:endParaRPr lang="en-IN"/>
        </a:p>
      </dgm:t>
    </dgm:pt>
    <dgm:pt modelId="{F145C4A3-CB7B-4D93-863B-8544EA54A8C7}" type="parTrans" cxnId="{637D97AD-8CAB-46C9-95FC-3411ADA2A8C3}">
      <dgm:prSet/>
      <dgm:spPr/>
      <dgm:t>
        <a:bodyPr/>
        <a:lstStyle/>
        <a:p>
          <a:endParaRPr lang="en-IN"/>
        </a:p>
      </dgm:t>
    </dgm:pt>
    <dgm:pt modelId="{5E84A983-D7D6-4F8D-A5AD-EFD9A8F7B5F2}" type="sibTrans" cxnId="{637D97AD-8CAB-46C9-95FC-3411ADA2A8C3}">
      <dgm:prSet/>
      <dgm:spPr/>
      <dgm:t>
        <a:bodyPr/>
        <a:lstStyle/>
        <a:p>
          <a:endParaRPr lang="en-IN"/>
        </a:p>
      </dgm:t>
    </dgm:pt>
    <dgm:pt modelId="{D836527F-0313-4A05-AF57-0B24326CFC3A}">
      <dgm:prSet/>
      <dgm:spPr/>
      <dgm:t>
        <a:bodyPr/>
        <a:lstStyle/>
        <a:p>
          <a:r>
            <a:rPr lang="en-US"/>
            <a:t>Tested on </a:t>
          </a:r>
          <a:r>
            <a:rPr lang="en-US" b="1"/>
            <a:t>unseen data</a:t>
          </a:r>
          <a:r>
            <a:rPr lang="en-US"/>
            <a:t> (not used in training/tuning)</a:t>
          </a:r>
          <a:br>
            <a:rPr lang="en-US"/>
          </a:br>
          <a:r>
            <a:rPr lang="en-US"/>
            <a:t>	→ Ensures </a:t>
          </a:r>
          <a:r>
            <a:rPr lang="en-US" b="1"/>
            <a:t>true generalization performance</a:t>
          </a:r>
          <a:r>
            <a:rPr lang="en-US"/>
            <a:t> </a:t>
          </a:r>
          <a:endParaRPr lang="en-IN"/>
        </a:p>
      </dgm:t>
    </dgm:pt>
    <dgm:pt modelId="{B72ED007-0B58-416C-9D8D-3C64D2FDDDE4}" type="parTrans" cxnId="{E97D1637-C7FF-4D8A-9676-2A0D4198FDEF}">
      <dgm:prSet/>
      <dgm:spPr/>
      <dgm:t>
        <a:bodyPr/>
        <a:lstStyle/>
        <a:p>
          <a:endParaRPr lang="en-IN"/>
        </a:p>
      </dgm:t>
    </dgm:pt>
    <dgm:pt modelId="{5F5754DE-E679-4831-9F2A-8CDA55C70868}" type="sibTrans" cxnId="{E97D1637-C7FF-4D8A-9676-2A0D4198FDEF}">
      <dgm:prSet/>
      <dgm:spPr/>
      <dgm:t>
        <a:bodyPr/>
        <a:lstStyle/>
        <a:p>
          <a:endParaRPr lang="en-IN"/>
        </a:p>
      </dgm:t>
    </dgm:pt>
    <dgm:pt modelId="{F5E7B305-54AF-407E-A55F-8D57BCEFEFD0}">
      <dgm:prSet/>
      <dgm:spPr/>
      <dgm:t>
        <a:bodyPr/>
        <a:lstStyle/>
        <a:p>
          <a:r>
            <a:rPr lang="en-IN" b="1"/>
            <a:t>Model Performance Insights</a:t>
          </a:r>
          <a:endParaRPr lang="en-IN"/>
        </a:p>
      </dgm:t>
    </dgm:pt>
    <dgm:pt modelId="{1572CF56-FC49-4598-8A65-B8DC6CC9E134}" type="parTrans" cxnId="{E8C6E116-C80C-405D-90AF-D691142B9185}">
      <dgm:prSet/>
      <dgm:spPr/>
      <dgm:t>
        <a:bodyPr/>
        <a:lstStyle/>
        <a:p>
          <a:endParaRPr lang="en-IN"/>
        </a:p>
      </dgm:t>
    </dgm:pt>
    <dgm:pt modelId="{B5326E9B-33A7-4CE0-B189-7B2EA73546E3}" type="sibTrans" cxnId="{E8C6E116-C80C-405D-90AF-D691142B9185}">
      <dgm:prSet/>
      <dgm:spPr/>
      <dgm:t>
        <a:bodyPr/>
        <a:lstStyle/>
        <a:p>
          <a:endParaRPr lang="en-IN"/>
        </a:p>
      </dgm:t>
    </dgm:pt>
    <dgm:pt modelId="{7F19A8F3-7245-43B3-A477-55EE733CB7BC}">
      <dgm:prSet/>
      <dgm:spPr/>
      <dgm:t>
        <a:bodyPr/>
        <a:lstStyle/>
        <a:p>
          <a:r>
            <a:rPr lang="en-IN"/>
            <a:t>Predictions </a:t>
          </a:r>
          <a:r>
            <a:rPr lang="en-IN" b="1"/>
            <a:t>closely follow actual values</a:t>
          </a:r>
          <a:r>
            <a:rPr lang="en-IN"/>
            <a:t> (good mid-range accuracy) </a:t>
          </a:r>
        </a:p>
      </dgm:t>
    </dgm:pt>
    <dgm:pt modelId="{FAD04CDD-017B-41BA-A4E1-CBDE6A830FA3}" type="parTrans" cxnId="{72A4099A-E412-47E4-9E92-62A3BFEC1F61}">
      <dgm:prSet/>
      <dgm:spPr/>
      <dgm:t>
        <a:bodyPr/>
        <a:lstStyle/>
        <a:p>
          <a:endParaRPr lang="en-IN"/>
        </a:p>
      </dgm:t>
    </dgm:pt>
    <dgm:pt modelId="{E884ADDF-C02A-48F3-834E-1F4680F7D7FC}" type="sibTrans" cxnId="{72A4099A-E412-47E4-9E92-62A3BFEC1F61}">
      <dgm:prSet/>
      <dgm:spPr/>
      <dgm:t>
        <a:bodyPr/>
        <a:lstStyle/>
        <a:p>
          <a:endParaRPr lang="en-IN"/>
        </a:p>
      </dgm:t>
    </dgm:pt>
    <dgm:pt modelId="{3B455175-9582-4A13-BA2D-C897CDDBA930}">
      <dgm:prSet/>
      <dgm:spPr/>
      <dgm:t>
        <a:bodyPr/>
        <a:lstStyle/>
        <a:p>
          <a:r>
            <a:rPr lang="en-IN" b="1" dirty="0"/>
            <a:t>Higher errors at extremes</a:t>
          </a:r>
          <a:r>
            <a:rPr lang="en-IN" dirty="0"/>
            <a:t> (very low &amp; high grades) </a:t>
          </a:r>
        </a:p>
      </dgm:t>
    </dgm:pt>
    <dgm:pt modelId="{33CFF302-5416-4B2C-9FD5-46C39570C5BC}" type="parTrans" cxnId="{264D6178-1738-452E-8E9F-EDB5796B8D7F}">
      <dgm:prSet/>
      <dgm:spPr/>
      <dgm:t>
        <a:bodyPr/>
        <a:lstStyle/>
        <a:p>
          <a:endParaRPr lang="en-IN"/>
        </a:p>
      </dgm:t>
    </dgm:pt>
    <dgm:pt modelId="{FD7C53E3-E2DD-4989-A97F-C4CFD1FBC8BA}" type="sibTrans" cxnId="{264D6178-1738-452E-8E9F-EDB5796B8D7F}">
      <dgm:prSet/>
      <dgm:spPr/>
      <dgm:t>
        <a:bodyPr/>
        <a:lstStyle/>
        <a:p>
          <a:endParaRPr lang="en-IN"/>
        </a:p>
      </dgm:t>
    </dgm:pt>
    <dgm:pt modelId="{7396D063-5B29-4B59-B18B-89C686573627}">
      <dgm:prSet/>
      <dgm:spPr/>
      <dgm:t>
        <a:bodyPr/>
        <a:lstStyle/>
        <a:p>
          <a:r>
            <a:rPr lang="en-IN" dirty="0"/>
            <a:t>Model shows </a:t>
          </a:r>
          <a:r>
            <a:rPr lang="en-IN" b="1" dirty="0"/>
            <a:t>balanced errors</a:t>
          </a:r>
          <a:r>
            <a:rPr lang="en-IN" dirty="0"/>
            <a:t> (no strong bias) </a:t>
          </a:r>
        </a:p>
      </dgm:t>
    </dgm:pt>
    <dgm:pt modelId="{3965499D-8BB2-4199-9CDE-A752E14BFCFB}" type="parTrans" cxnId="{C63874CA-E293-4268-8975-4138024F8D29}">
      <dgm:prSet/>
      <dgm:spPr/>
      <dgm:t>
        <a:bodyPr/>
        <a:lstStyle/>
        <a:p>
          <a:endParaRPr lang="en-IN"/>
        </a:p>
      </dgm:t>
    </dgm:pt>
    <dgm:pt modelId="{FC8F0352-0C78-440D-9649-B5FC5B1FB8E9}" type="sibTrans" cxnId="{C63874CA-E293-4268-8975-4138024F8D29}">
      <dgm:prSet/>
      <dgm:spPr/>
      <dgm:t>
        <a:bodyPr/>
        <a:lstStyle/>
        <a:p>
          <a:endParaRPr lang="en-IN"/>
        </a:p>
      </dgm:t>
    </dgm:pt>
    <dgm:pt modelId="{04DBF322-8F03-43FA-99CF-B1A750AFD309}">
      <dgm:prSet/>
      <dgm:spPr/>
      <dgm:t>
        <a:bodyPr/>
        <a:lstStyle/>
        <a:p>
          <a:r>
            <a:rPr lang="en-IN" b="1" dirty="0"/>
            <a:t>Residual Analysis</a:t>
          </a:r>
          <a:endParaRPr lang="en-IN" dirty="0"/>
        </a:p>
      </dgm:t>
    </dgm:pt>
    <dgm:pt modelId="{7AD70F25-B80B-4BB4-BE9F-FE97CB2C665D}" type="parTrans" cxnId="{F533A4CF-2377-4D9F-83AF-F11AEC6F9729}">
      <dgm:prSet/>
      <dgm:spPr/>
      <dgm:t>
        <a:bodyPr/>
        <a:lstStyle/>
        <a:p>
          <a:endParaRPr lang="en-IN"/>
        </a:p>
      </dgm:t>
    </dgm:pt>
    <dgm:pt modelId="{161E9921-88F3-4188-8880-96CD0E94388F}" type="sibTrans" cxnId="{F533A4CF-2377-4D9F-83AF-F11AEC6F9729}">
      <dgm:prSet/>
      <dgm:spPr/>
      <dgm:t>
        <a:bodyPr/>
        <a:lstStyle/>
        <a:p>
          <a:endParaRPr lang="en-IN"/>
        </a:p>
      </dgm:t>
    </dgm:pt>
    <dgm:pt modelId="{695191EF-8607-4C8D-A358-4999BF468EB7}">
      <dgm:prSet/>
      <dgm:spPr/>
      <dgm:t>
        <a:bodyPr/>
        <a:lstStyle/>
        <a:p>
          <a:r>
            <a:rPr lang="en-IN" dirty="0"/>
            <a:t>Residuals </a:t>
          </a:r>
          <a:r>
            <a:rPr lang="en-IN" dirty="0" err="1"/>
            <a:t>centered</a:t>
          </a:r>
          <a:r>
            <a:rPr lang="en-IN" dirty="0"/>
            <a:t> around </a:t>
          </a:r>
          <a:r>
            <a:rPr lang="en-IN" b="1" dirty="0"/>
            <a:t>zero → unbiased model</a:t>
          </a:r>
          <a:r>
            <a:rPr lang="en-IN" dirty="0"/>
            <a:t> </a:t>
          </a:r>
        </a:p>
      </dgm:t>
    </dgm:pt>
    <dgm:pt modelId="{F68E0856-6BB3-440D-B3D4-EB484CF89F77}" type="parTrans" cxnId="{C349BC88-116A-48CF-8BF1-5645744A9C07}">
      <dgm:prSet/>
      <dgm:spPr/>
      <dgm:t>
        <a:bodyPr/>
        <a:lstStyle/>
        <a:p>
          <a:endParaRPr lang="en-IN"/>
        </a:p>
      </dgm:t>
    </dgm:pt>
    <dgm:pt modelId="{840B1D70-DBF9-4028-A982-7F2FD634A00D}" type="sibTrans" cxnId="{C349BC88-116A-48CF-8BF1-5645744A9C07}">
      <dgm:prSet/>
      <dgm:spPr/>
      <dgm:t>
        <a:bodyPr/>
        <a:lstStyle/>
        <a:p>
          <a:endParaRPr lang="en-IN"/>
        </a:p>
      </dgm:t>
    </dgm:pt>
    <dgm:pt modelId="{CFFD3A88-0B70-48FE-BD33-A9EEA96D5402}">
      <dgm:prSet/>
      <dgm:spPr/>
      <dgm:t>
        <a:bodyPr/>
        <a:lstStyle/>
        <a:p>
          <a:r>
            <a:rPr lang="en-IN" dirty="0"/>
            <a:t>Random scatter → </a:t>
          </a:r>
          <a:r>
            <a:rPr lang="en-IN" b="1" dirty="0"/>
            <a:t>no systematic prediction pattern/</a:t>
          </a:r>
          <a:r>
            <a:rPr lang="en-IN" b="1"/>
            <a:t>errors</a:t>
          </a:r>
          <a:r>
            <a:rPr lang="en-IN"/>
            <a:t> </a:t>
          </a:r>
          <a:endParaRPr lang="en-IN" dirty="0"/>
        </a:p>
      </dgm:t>
    </dgm:pt>
    <dgm:pt modelId="{446DE1F6-E0DA-4147-946C-9FE11AEEF57E}" type="parTrans" cxnId="{57945160-A8F4-4003-A63E-8FC603FA3C99}">
      <dgm:prSet/>
      <dgm:spPr/>
      <dgm:t>
        <a:bodyPr/>
        <a:lstStyle/>
        <a:p>
          <a:endParaRPr lang="en-IN"/>
        </a:p>
      </dgm:t>
    </dgm:pt>
    <dgm:pt modelId="{EA0C5488-BF25-454D-9A00-430B7C2FB98E}" type="sibTrans" cxnId="{57945160-A8F4-4003-A63E-8FC603FA3C99}">
      <dgm:prSet/>
      <dgm:spPr/>
      <dgm:t>
        <a:bodyPr/>
        <a:lstStyle/>
        <a:p>
          <a:endParaRPr lang="en-IN"/>
        </a:p>
      </dgm:t>
    </dgm:pt>
    <dgm:pt modelId="{9629A26E-3709-4978-A5A9-0E9B9C8B4438}">
      <dgm:prSet/>
      <dgm:spPr/>
      <dgm:t>
        <a:bodyPr/>
        <a:lstStyle/>
        <a:p>
          <a:r>
            <a:rPr lang="en-IN" b="1" dirty="0"/>
            <a:t>Error by Grade Bands</a:t>
          </a:r>
          <a:endParaRPr lang="en-IN" dirty="0"/>
        </a:p>
      </dgm:t>
    </dgm:pt>
    <dgm:pt modelId="{7FC875ED-05E6-4B50-9BA9-598B2E38B9EC}" type="parTrans" cxnId="{8774E383-7569-4BA8-AA81-5F79BE91F3F5}">
      <dgm:prSet/>
      <dgm:spPr/>
      <dgm:t>
        <a:bodyPr/>
        <a:lstStyle/>
        <a:p>
          <a:endParaRPr lang="en-IN"/>
        </a:p>
      </dgm:t>
    </dgm:pt>
    <dgm:pt modelId="{CBB60F71-64F4-4873-94BC-81B0CCB6E59E}" type="sibTrans" cxnId="{8774E383-7569-4BA8-AA81-5F79BE91F3F5}">
      <dgm:prSet/>
      <dgm:spPr/>
      <dgm:t>
        <a:bodyPr/>
        <a:lstStyle/>
        <a:p>
          <a:endParaRPr lang="en-IN"/>
        </a:p>
      </dgm:t>
    </dgm:pt>
    <dgm:pt modelId="{DC9335E9-75C1-44CD-B09F-89E835C39736}">
      <dgm:prSet/>
      <dgm:spPr/>
      <dgm:t>
        <a:bodyPr/>
        <a:lstStyle/>
        <a:p>
          <a:r>
            <a:rPr lang="en-IN" b="1" dirty="0"/>
            <a:t>Best Performance:</a:t>
          </a:r>
          <a:r>
            <a:rPr lang="en-IN" dirty="0"/>
            <a:t> Medium (11–15) → stable patterns </a:t>
          </a:r>
        </a:p>
      </dgm:t>
    </dgm:pt>
    <dgm:pt modelId="{4524C52D-570A-4CBD-8302-F7A9CD7E28A9}" type="parTrans" cxnId="{2F2F302E-6366-4420-B424-3ED68892AA9D}">
      <dgm:prSet/>
      <dgm:spPr/>
      <dgm:t>
        <a:bodyPr/>
        <a:lstStyle/>
        <a:p>
          <a:endParaRPr lang="en-IN"/>
        </a:p>
      </dgm:t>
    </dgm:pt>
    <dgm:pt modelId="{99136904-68F3-4146-AB19-8A4837BBAB6F}" type="sibTrans" cxnId="{2F2F302E-6366-4420-B424-3ED68892AA9D}">
      <dgm:prSet/>
      <dgm:spPr/>
      <dgm:t>
        <a:bodyPr/>
        <a:lstStyle/>
        <a:p>
          <a:endParaRPr lang="en-IN"/>
        </a:p>
      </dgm:t>
    </dgm:pt>
    <dgm:pt modelId="{1BEEED1A-0E04-45F0-8192-517636891C72}">
      <dgm:prSet/>
      <dgm:spPr/>
      <dgm:t>
        <a:bodyPr/>
        <a:lstStyle/>
        <a:p>
          <a:r>
            <a:rPr lang="en-IN" b="1" dirty="0"/>
            <a:t>Higher Errors:</a:t>
          </a:r>
          <a:r>
            <a:rPr lang="en-IN" dirty="0"/>
            <a:t> </a:t>
          </a:r>
        </a:p>
      </dgm:t>
    </dgm:pt>
    <dgm:pt modelId="{836973B3-EE0E-45C0-A157-6933FE35145D}" type="parTrans" cxnId="{171E3A4C-DBD6-4B7F-BC98-28CEA835E71E}">
      <dgm:prSet/>
      <dgm:spPr/>
      <dgm:t>
        <a:bodyPr/>
        <a:lstStyle/>
        <a:p>
          <a:endParaRPr lang="en-IN"/>
        </a:p>
      </dgm:t>
    </dgm:pt>
    <dgm:pt modelId="{F5D5415F-3D23-4C3B-9EFC-DF0D308AE161}" type="sibTrans" cxnId="{171E3A4C-DBD6-4B7F-BC98-28CEA835E71E}">
      <dgm:prSet/>
      <dgm:spPr/>
      <dgm:t>
        <a:bodyPr/>
        <a:lstStyle/>
        <a:p>
          <a:endParaRPr lang="en-IN"/>
        </a:p>
      </dgm:t>
    </dgm:pt>
    <dgm:pt modelId="{6647EB99-662F-474A-A951-9A19D5F7803F}">
      <dgm:prSet/>
      <dgm:spPr/>
      <dgm:t>
        <a:bodyPr/>
        <a:lstStyle/>
        <a:p>
          <a:r>
            <a:rPr lang="en-IN" dirty="0"/>
            <a:t>Very Low (0–5) → inconsistent </a:t>
          </a:r>
          <a:r>
            <a:rPr lang="en-IN" dirty="0" err="1"/>
            <a:t>behavior</a:t>
          </a:r>
          <a:r>
            <a:rPr lang="en-IN" dirty="0"/>
            <a:t> </a:t>
          </a:r>
        </a:p>
      </dgm:t>
    </dgm:pt>
    <dgm:pt modelId="{BB2B672A-F86E-4EB3-A82F-F618D4284279}" type="parTrans" cxnId="{F84981A1-4BA3-49CB-9E35-54B887C24F73}">
      <dgm:prSet/>
      <dgm:spPr/>
      <dgm:t>
        <a:bodyPr/>
        <a:lstStyle/>
        <a:p>
          <a:endParaRPr lang="en-IN"/>
        </a:p>
      </dgm:t>
    </dgm:pt>
    <dgm:pt modelId="{39C9DBF1-CF45-41A3-B5B6-9AA307207847}" type="sibTrans" cxnId="{F84981A1-4BA3-49CB-9E35-54B887C24F73}">
      <dgm:prSet/>
      <dgm:spPr/>
      <dgm:t>
        <a:bodyPr/>
        <a:lstStyle/>
        <a:p>
          <a:endParaRPr lang="en-IN"/>
        </a:p>
      </dgm:t>
    </dgm:pt>
    <dgm:pt modelId="{33D1B6EA-F8EA-440B-9CC9-A90A47EC499C}">
      <dgm:prSet/>
      <dgm:spPr/>
      <dgm:t>
        <a:bodyPr/>
        <a:lstStyle/>
        <a:p>
          <a:r>
            <a:rPr lang="en-IN"/>
            <a:t>High (16–20) → slight underprediction </a:t>
          </a:r>
        </a:p>
      </dgm:t>
    </dgm:pt>
    <dgm:pt modelId="{1B535F11-304C-4745-B2F2-F024F45D2708}" type="parTrans" cxnId="{1FB620F5-55CB-4BDB-99D6-BF8A93C48FD1}">
      <dgm:prSet/>
      <dgm:spPr/>
      <dgm:t>
        <a:bodyPr/>
        <a:lstStyle/>
        <a:p>
          <a:endParaRPr lang="en-IN"/>
        </a:p>
      </dgm:t>
    </dgm:pt>
    <dgm:pt modelId="{A1C6BA41-B6E2-440C-B845-4B34597A6C2C}" type="sibTrans" cxnId="{1FB620F5-55CB-4BDB-99D6-BF8A93C48FD1}">
      <dgm:prSet/>
      <dgm:spPr/>
      <dgm:t>
        <a:bodyPr/>
        <a:lstStyle/>
        <a:p>
          <a:endParaRPr lang="en-IN"/>
        </a:p>
      </dgm:t>
    </dgm:pt>
    <dgm:pt modelId="{4F56C22D-3C7D-47EE-A609-8B724C910F71}">
      <dgm:prSet/>
      <dgm:spPr/>
      <dgm:t>
        <a:bodyPr/>
        <a:lstStyle/>
        <a:p>
          <a:r>
            <a:rPr lang="en-IN"/>
            <a:t>Moderate error in Low (6–10)</a:t>
          </a:r>
        </a:p>
      </dgm:t>
    </dgm:pt>
    <dgm:pt modelId="{ECE98E3D-2A00-4B59-A1F9-4A780F14B676}" type="parTrans" cxnId="{32C1474F-6D1F-42DD-BF3D-FA949A504C76}">
      <dgm:prSet/>
      <dgm:spPr/>
      <dgm:t>
        <a:bodyPr/>
        <a:lstStyle/>
        <a:p>
          <a:endParaRPr lang="en-IN"/>
        </a:p>
      </dgm:t>
    </dgm:pt>
    <dgm:pt modelId="{3DA4C3E9-F8AA-47E1-A615-FCB92C3DAA22}" type="sibTrans" cxnId="{32C1474F-6D1F-42DD-BF3D-FA949A504C76}">
      <dgm:prSet/>
      <dgm:spPr/>
      <dgm:t>
        <a:bodyPr/>
        <a:lstStyle/>
        <a:p>
          <a:endParaRPr lang="en-IN"/>
        </a:p>
      </dgm:t>
    </dgm:pt>
    <dgm:pt modelId="{6331F798-63C3-49C4-A2C1-437DCC10C05B}" type="pres">
      <dgm:prSet presAssocID="{B2083A05-DA26-430B-9A79-C92A1123BE62}" presName="diagram" presStyleCnt="0">
        <dgm:presLayoutVars>
          <dgm:dir/>
          <dgm:resizeHandles val="exact"/>
        </dgm:presLayoutVars>
      </dgm:prSet>
      <dgm:spPr/>
    </dgm:pt>
    <dgm:pt modelId="{B373B3FD-8A80-4571-9E57-DD15CBF2557F}" type="pres">
      <dgm:prSet presAssocID="{EC2E42BC-EE03-4D5C-96D4-421ECD6C3C1C}" presName="node" presStyleLbl="node1" presStyleIdx="0" presStyleCnt="4">
        <dgm:presLayoutVars>
          <dgm:bulletEnabled val="1"/>
        </dgm:presLayoutVars>
      </dgm:prSet>
      <dgm:spPr/>
    </dgm:pt>
    <dgm:pt modelId="{14FDF184-855B-4112-B29E-CFCE8E364236}" type="pres">
      <dgm:prSet presAssocID="{5E84A983-D7D6-4F8D-A5AD-EFD9A8F7B5F2}" presName="sibTrans" presStyleCnt="0"/>
      <dgm:spPr/>
    </dgm:pt>
    <dgm:pt modelId="{6975FF9A-DD3B-4B0F-88FB-28BF03541E14}" type="pres">
      <dgm:prSet presAssocID="{F5E7B305-54AF-407E-A55F-8D57BCEFEFD0}" presName="node" presStyleLbl="node1" presStyleIdx="1" presStyleCnt="4">
        <dgm:presLayoutVars>
          <dgm:bulletEnabled val="1"/>
        </dgm:presLayoutVars>
      </dgm:prSet>
      <dgm:spPr/>
    </dgm:pt>
    <dgm:pt modelId="{A74546DA-A940-4B1E-A8DB-54DE3C1747A6}" type="pres">
      <dgm:prSet presAssocID="{B5326E9B-33A7-4CE0-B189-7B2EA73546E3}" presName="sibTrans" presStyleCnt="0"/>
      <dgm:spPr/>
    </dgm:pt>
    <dgm:pt modelId="{675A281D-5573-4460-8FED-ADCB8A58559A}" type="pres">
      <dgm:prSet presAssocID="{04DBF322-8F03-43FA-99CF-B1A750AFD309}" presName="node" presStyleLbl="node1" presStyleIdx="2" presStyleCnt="4">
        <dgm:presLayoutVars>
          <dgm:bulletEnabled val="1"/>
        </dgm:presLayoutVars>
      </dgm:prSet>
      <dgm:spPr/>
    </dgm:pt>
    <dgm:pt modelId="{E0DF6855-EC5C-42D3-85E4-5B35906A641D}" type="pres">
      <dgm:prSet presAssocID="{161E9921-88F3-4188-8880-96CD0E94388F}" presName="sibTrans" presStyleCnt="0"/>
      <dgm:spPr/>
    </dgm:pt>
    <dgm:pt modelId="{F180C72D-C512-43F9-B88F-168D67CB6BB4}" type="pres">
      <dgm:prSet presAssocID="{9629A26E-3709-4978-A5A9-0E9B9C8B4438}" presName="node" presStyleLbl="node1" presStyleIdx="3" presStyleCnt="4">
        <dgm:presLayoutVars>
          <dgm:bulletEnabled val="1"/>
        </dgm:presLayoutVars>
      </dgm:prSet>
      <dgm:spPr/>
    </dgm:pt>
  </dgm:ptLst>
  <dgm:cxnLst>
    <dgm:cxn modelId="{7FCA8F01-0BEE-479F-BD27-569B528201D1}" type="presOf" srcId="{7396D063-5B29-4B59-B18B-89C686573627}" destId="{6975FF9A-DD3B-4B0F-88FB-28BF03541E14}" srcOrd="0" destOrd="3" presId="urn:microsoft.com/office/officeart/2005/8/layout/default"/>
    <dgm:cxn modelId="{9FECA004-70A0-4C98-8FB4-9EA06A411304}" type="presOf" srcId="{DC9335E9-75C1-44CD-B09F-89E835C39736}" destId="{F180C72D-C512-43F9-B88F-168D67CB6BB4}" srcOrd="0" destOrd="1" presId="urn:microsoft.com/office/officeart/2005/8/layout/default"/>
    <dgm:cxn modelId="{C724B905-0E57-40D9-A61C-30565F18491C}" type="presOf" srcId="{695191EF-8607-4C8D-A358-4999BF468EB7}" destId="{675A281D-5573-4460-8FED-ADCB8A58559A}" srcOrd="0" destOrd="1" presId="urn:microsoft.com/office/officeart/2005/8/layout/default"/>
    <dgm:cxn modelId="{E755A812-D099-4C3D-9B4D-9E8EAF534B32}" type="presOf" srcId="{4F56C22D-3C7D-47EE-A609-8B724C910F71}" destId="{F180C72D-C512-43F9-B88F-168D67CB6BB4}" srcOrd="0" destOrd="5" presId="urn:microsoft.com/office/officeart/2005/8/layout/default"/>
    <dgm:cxn modelId="{E8C6E116-C80C-405D-90AF-D691142B9185}" srcId="{B2083A05-DA26-430B-9A79-C92A1123BE62}" destId="{F5E7B305-54AF-407E-A55F-8D57BCEFEFD0}" srcOrd="1" destOrd="0" parTransId="{1572CF56-FC49-4598-8A65-B8DC6CC9E134}" sibTransId="{B5326E9B-33A7-4CE0-B189-7B2EA73546E3}"/>
    <dgm:cxn modelId="{6F01DB22-8710-40AA-AEAF-378072BE42A3}" type="presOf" srcId="{CFFD3A88-0B70-48FE-BD33-A9EEA96D5402}" destId="{675A281D-5573-4460-8FED-ADCB8A58559A}" srcOrd="0" destOrd="2" presId="urn:microsoft.com/office/officeart/2005/8/layout/default"/>
    <dgm:cxn modelId="{06BCC623-09C1-4458-8126-672E51469D64}" type="presOf" srcId="{D836527F-0313-4A05-AF57-0B24326CFC3A}" destId="{B373B3FD-8A80-4571-9E57-DD15CBF2557F}" srcOrd="0" destOrd="1" presId="urn:microsoft.com/office/officeart/2005/8/layout/default"/>
    <dgm:cxn modelId="{2F2F302E-6366-4420-B424-3ED68892AA9D}" srcId="{9629A26E-3709-4978-A5A9-0E9B9C8B4438}" destId="{DC9335E9-75C1-44CD-B09F-89E835C39736}" srcOrd="0" destOrd="0" parTransId="{4524C52D-570A-4CBD-8302-F7A9CD7E28A9}" sibTransId="{99136904-68F3-4146-AB19-8A4837BBAB6F}"/>
    <dgm:cxn modelId="{E97D1637-C7FF-4D8A-9676-2A0D4198FDEF}" srcId="{EC2E42BC-EE03-4D5C-96D4-421ECD6C3C1C}" destId="{D836527F-0313-4A05-AF57-0B24326CFC3A}" srcOrd="0" destOrd="0" parTransId="{B72ED007-0B58-416C-9D8D-3C64D2FDDDE4}" sibTransId="{5F5754DE-E679-4831-9F2A-8CDA55C70868}"/>
    <dgm:cxn modelId="{88BBB53A-AA1B-4D44-9C06-0A0114E15EA3}" type="presOf" srcId="{3B455175-9582-4A13-BA2D-C897CDDBA930}" destId="{6975FF9A-DD3B-4B0F-88FB-28BF03541E14}" srcOrd="0" destOrd="2" presId="urn:microsoft.com/office/officeart/2005/8/layout/default"/>
    <dgm:cxn modelId="{57945160-A8F4-4003-A63E-8FC603FA3C99}" srcId="{04DBF322-8F03-43FA-99CF-B1A750AFD309}" destId="{CFFD3A88-0B70-48FE-BD33-A9EEA96D5402}" srcOrd="1" destOrd="0" parTransId="{446DE1F6-E0DA-4147-946C-9FE11AEEF57E}" sibTransId="{EA0C5488-BF25-454D-9A00-430B7C2FB98E}"/>
    <dgm:cxn modelId="{171E3A4C-DBD6-4B7F-BC98-28CEA835E71E}" srcId="{9629A26E-3709-4978-A5A9-0E9B9C8B4438}" destId="{1BEEED1A-0E04-45F0-8192-517636891C72}" srcOrd="1" destOrd="0" parTransId="{836973B3-EE0E-45C0-A157-6933FE35145D}" sibTransId="{F5D5415F-3D23-4C3B-9EFC-DF0D308AE161}"/>
    <dgm:cxn modelId="{32C1474F-6D1F-42DD-BF3D-FA949A504C76}" srcId="{9629A26E-3709-4978-A5A9-0E9B9C8B4438}" destId="{4F56C22D-3C7D-47EE-A609-8B724C910F71}" srcOrd="2" destOrd="0" parTransId="{ECE98E3D-2A00-4B59-A1F9-4A780F14B676}" sibTransId="{3DA4C3E9-F8AA-47E1-A615-FCB92C3DAA22}"/>
    <dgm:cxn modelId="{264D6178-1738-452E-8E9F-EDB5796B8D7F}" srcId="{F5E7B305-54AF-407E-A55F-8D57BCEFEFD0}" destId="{3B455175-9582-4A13-BA2D-C897CDDBA930}" srcOrd="1" destOrd="0" parTransId="{33CFF302-5416-4B2C-9FD5-46C39570C5BC}" sibTransId="{FD7C53E3-E2DD-4989-A97F-C4CFD1FBC8BA}"/>
    <dgm:cxn modelId="{69599E78-5EB4-48C8-AE32-DB78B4951445}" type="presOf" srcId="{04DBF322-8F03-43FA-99CF-B1A750AFD309}" destId="{675A281D-5573-4460-8FED-ADCB8A58559A}" srcOrd="0" destOrd="0" presId="urn:microsoft.com/office/officeart/2005/8/layout/default"/>
    <dgm:cxn modelId="{8774E383-7569-4BA8-AA81-5F79BE91F3F5}" srcId="{B2083A05-DA26-430B-9A79-C92A1123BE62}" destId="{9629A26E-3709-4978-A5A9-0E9B9C8B4438}" srcOrd="3" destOrd="0" parTransId="{7FC875ED-05E6-4B50-9BA9-598B2E38B9EC}" sibTransId="{CBB60F71-64F4-4873-94BC-81B0CCB6E59E}"/>
    <dgm:cxn modelId="{C349BC88-116A-48CF-8BF1-5645744A9C07}" srcId="{04DBF322-8F03-43FA-99CF-B1A750AFD309}" destId="{695191EF-8607-4C8D-A358-4999BF468EB7}" srcOrd="0" destOrd="0" parTransId="{F68E0856-6BB3-440D-B3D4-EB484CF89F77}" sibTransId="{840B1D70-DBF9-4028-A982-7F2FD634A00D}"/>
    <dgm:cxn modelId="{43687698-82D5-4AB4-B00E-BFA9D44B7747}" type="presOf" srcId="{33D1B6EA-F8EA-440B-9CC9-A90A47EC499C}" destId="{F180C72D-C512-43F9-B88F-168D67CB6BB4}" srcOrd="0" destOrd="4" presId="urn:microsoft.com/office/officeart/2005/8/layout/default"/>
    <dgm:cxn modelId="{72A4099A-E412-47E4-9E92-62A3BFEC1F61}" srcId="{F5E7B305-54AF-407E-A55F-8D57BCEFEFD0}" destId="{7F19A8F3-7245-43B3-A477-55EE733CB7BC}" srcOrd="0" destOrd="0" parTransId="{FAD04CDD-017B-41BA-A4E1-CBDE6A830FA3}" sibTransId="{E884ADDF-C02A-48F3-834E-1F4680F7D7FC}"/>
    <dgm:cxn modelId="{F84981A1-4BA3-49CB-9E35-54B887C24F73}" srcId="{1BEEED1A-0E04-45F0-8192-517636891C72}" destId="{6647EB99-662F-474A-A951-9A19D5F7803F}" srcOrd="0" destOrd="0" parTransId="{BB2B672A-F86E-4EB3-A82F-F618D4284279}" sibTransId="{39C9DBF1-CF45-41A3-B5B6-9AA307207847}"/>
    <dgm:cxn modelId="{560102AA-FEE8-40D8-9AE0-3556CB7EE9FF}" type="presOf" srcId="{9629A26E-3709-4978-A5A9-0E9B9C8B4438}" destId="{F180C72D-C512-43F9-B88F-168D67CB6BB4}" srcOrd="0" destOrd="0" presId="urn:microsoft.com/office/officeart/2005/8/layout/default"/>
    <dgm:cxn modelId="{637D97AD-8CAB-46C9-95FC-3411ADA2A8C3}" srcId="{B2083A05-DA26-430B-9A79-C92A1123BE62}" destId="{EC2E42BC-EE03-4D5C-96D4-421ECD6C3C1C}" srcOrd="0" destOrd="0" parTransId="{F145C4A3-CB7B-4D93-863B-8544EA54A8C7}" sibTransId="{5E84A983-D7D6-4F8D-A5AD-EFD9A8F7B5F2}"/>
    <dgm:cxn modelId="{F5460BB1-5006-40AA-BDB9-2A073522A0A2}" type="presOf" srcId="{1BEEED1A-0E04-45F0-8192-517636891C72}" destId="{F180C72D-C512-43F9-B88F-168D67CB6BB4}" srcOrd="0" destOrd="2" presId="urn:microsoft.com/office/officeart/2005/8/layout/default"/>
    <dgm:cxn modelId="{C63874CA-E293-4268-8975-4138024F8D29}" srcId="{F5E7B305-54AF-407E-A55F-8D57BCEFEFD0}" destId="{7396D063-5B29-4B59-B18B-89C686573627}" srcOrd="2" destOrd="0" parTransId="{3965499D-8BB2-4199-9CDE-A752E14BFCFB}" sibTransId="{FC8F0352-0C78-440D-9649-B5FC5B1FB8E9}"/>
    <dgm:cxn modelId="{10DB04CC-7E11-4552-9642-C98148B9C11D}" type="presOf" srcId="{6647EB99-662F-474A-A951-9A19D5F7803F}" destId="{F180C72D-C512-43F9-B88F-168D67CB6BB4}" srcOrd="0" destOrd="3" presId="urn:microsoft.com/office/officeart/2005/8/layout/default"/>
    <dgm:cxn modelId="{F533A4CF-2377-4D9F-83AF-F11AEC6F9729}" srcId="{B2083A05-DA26-430B-9A79-C92A1123BE62}" destId="{04DBF322-8F03-43FA-99CF-B1A750AFD309}" srcOrd="2" destOrd="0" parTransId="{7AD70F25-B80B-4BB4-BE9F-FE97CB2C665D}" sibTransId="{161E9921-88F3-4188-8880-96CD0E94388F}"/>
    <dgm:cxn modelId="{3F664AD6-C0FD-49C6-95D8-3D8095312DBD}" type="presOf" srcId="{7F19A8F3-7245-43B3-A477-55EE733CB7BC}" destId="{6975FF9A-DD3B-4B0F-88FB-28BF03541E14}" srcOrd="0" destOrd="1" presId="urn:microsoft.com/office/officeart/2005/8/layout/default"/>
    <dgm:cxn modelId="{8A248AD8-BF89-4DEF-BE37-3AB8F9363D64}" type="presOf" srcId="{EC2E42BC-EE03-4D5C-96D4-421ECD6C3C1C}" destId="{B373B3FD-8A80-4571-9E57-DD15CBF2557F}" srcOrd="0" destOrd="0" presId="urn:microsoft.com/office/officeart/2005/8/layout/default"/>
    <dgm:cxn modelId="{1FB620F5-55CB-4BDB-99D6-BF8A93C48FD1}" srcId="{1BEEED1A-0E04-45F0-8192-517636891C72}" destId="{33D1B6EA-F8EA-440B-9CC9-A90A47EC499C}" srcOrd="1" destOrd="0" parTransId="{1B535F11-304C-4745-B2F2-F024F45D2708}" sibTransId="{A1C6BA41-B6E2-440C-B845-4B34597A6C2C}"/>
    <dgm:cxn modelId="{657CD5F7-3114-4F89-9774-2B3B27D87E93}" type="presOf" srcId="{F5E7B305-54AF-407E-A55F-8D57BCEFEFD0}" destId="{6975FF9A-DD3B-4B0F-88FB-28BF03541E14}" srcOrd="0" destOrd="0" presId="urn:microsoft.com/office/officeart/2005/8/layout/default"/>
    <dgm:cxn modelId="{74A518F8-A31B-4E21-B099-ECCBAE6E25B5}" type="presOf" srcId="{B2083A05-DA26-430B-9A79-C92A1123BE62}" destId="{6331F798-63C3-49C4-A2C1-437DCC10C05B}" srcOrd="0" destOrd="0" presId="urn:microsoft.com/office/officeart/2005/8/layout/default"/>
    <dgm:cxn modelId="{21CAAA76-B9E3-4B6D-BCB2-03CAD6821960}" type="presParOf" srcId="{6331F798-63C3-49C4-A2C1-437DCC10C05B}" destId="{B373B3FD-8A80-4571-9E57-DD15CBF2557F}" srcOrd="0" destOrd="0" presId="urn:microsoft.com/office/officeart/2005/8/layout/default"/>
    <dgm:cxn modelId="{3D26A737-8789-4BD9-941B-5A6C47A6CD4D}" type="presParOf" srcId="{6331F798-63C3-49C4-A2C1-437DCC10C05B}" destId="{14FDF184-855B-4112-B29E-CFCE8E364236}" srcOrd="1" destOrd="0" presId="urn:microsoft.com/office/officeart/2005/8/layout/default"/>
    <dgm:cxn modelId="{9EB09F73-7D13-4BC4-9B26-424D49D49BDD}" type="presParOf" srcId="{6331F798-63C3-49C4-A2C1-437DCC10C05B}" destId="{6975FF9A-DD3B-4B0F-88FB-28BF03541E14}" srcOrd="2" destOrd="0" presId="urn:microsoft.com/office/officeart/2005/8/layout/default"/>
    <dgm:cxn modelId="{93AA2470-467D-4140-A960-3C0803C9CC6B}" type="presParOf" srcId="{6331F798-63C3-49C4-A2C1-437DCC10C05B}" destId="{A74546DA-A940-4B1E-A8DB-54DE3C1747A6}" srcOrd="3" destOrd="0" presId="urn:microsoft.com/office/officeart/2005/8/layout/default"/>
    <dgm:cxn modelId="{49761D95-149F-4AA4-A8BE-1DF6200B26D7}" type="presParOf" srcId="{6331F798-63C3-49C4-A2C1-437DCC10C05B}" destId="{675A281D-5573-4460-8FED-ADCB8A58559A}" srcOrd="4" destOrd="0" presId="urn:microsoft.com/office/officeart/2005/8/layout/default"/>
    <dgm:cxn modelId="{C3434AD5-ABEA-4A5C-AD14-EE0E4995F19E}" type="presParOf" srcId="{6331F798-63C3-49C4-A2C1-437DCC10C05B}" destId="{E0DF6855-EC5C-42D3-85E4-5B35906A641D}" srcOrd="5" destOrd="0" presId="urn:microsoft.com/office/officeart/2005/8/layout/default"/>
    <dgm:cxn modelId="{1106763A-9454-4B07-8C3F-CD34286D0B1D}" type="presParOf" srcId="{6331F798-63C3-49C4-A2C1-437DCC10C05B}" destId="{F180C72D-C512-43F9-B88F-168D67CB6BB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EC898F-00EA-4210-8BEC-960D429E8EA8}" type="doc">
      <dgm:prSet loTypeId="urn:microsoft.com/office/officeart/2005/8/layout/lProcess3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D85E24E-4126-4023-AE35-9A4C814B0DE0}">
      <dgm:prSet custT="1"/>
      <dgm:spPr/>
      <dgm:t>
        <a:bodyPr/>
        <a:lstStyle/>
        <a:p>
          <a:r>
            <a:rPr lang="en-US" sz="900" b="1"/>
            <a:t>Approach</a:t>
          </a:r>
          <a:endParaRPr lang="en-IN" sz="900"/>
        </a:p>
      </dgm:t>
    </dgm:pt>
    <dgm:pt modelId="{A6D7B3D6-59B0-494D-8361-C0B6D011C30E}" type="parTrans" cxnId="{F2ED6F52-EE5E-42FC-8A97-18DE50541435}">
      <dgm:prSet/>
      <dgm:spPr/>
      <dgm:t>
        <a:bodyPr/>
        <a:lstStyle/>
        <a:p>
          <a:endParaRPr lang="en-IN" sz="900"/>
        </a:p>
      </dgm:t>
    </dgm:pt>
    <dgm:pt modelId="{97874FD0-24F3-483D-AD5F-AFAA37DFBCC8}" type="sibTrans" cxnId="{F2ED6F52-EE5E-42FC-8A97-18DE50541435}">
      <dgm:prSet/>
      <dgm:spPr/>
      <dgm:t>
        <a:bodyPr/>
        <a:lstStyle/>
        <a:p>
          <a:endParaRPr lang="en-IN" sz="900"/>
        </a:p>
      </dgm:t>
    </dgm:pt>
    <dgm:pt modelId="{779521FB-DCDE-4E7C-857F-027650CFAB92}">
      <dgm:prSet custT="1"/>
      <dgm:spPr/>
      <dgm:t>
        <a:bodyPr/>
        <a:lstStyle/>
        <a:p>
          <a:r>
            <a:rPr lang="en-US" sz="900" dirty="0"/>
            <a:t>Error slicing across key factors: </a:t>
          </a:r>
          <a:endParaRPr lang="en-IN" sz="900" dirty="0"/>
        </a:p>
      </dgm:t>
    </dgm:pt>
    <dgm:pt modelId="{63657D12-24C0-4D7D-A052-E1884FE0CB8E}" type="parTrans" cxnId="{B4402361-6A6A-48CF-AB05-D1509E4C60BB}">
      <dgm:prSet/>
      <dgm:spPr/>
      <dgm:t>
        <a:bodyPr/>
        <a:lstStyle/>
        <a:p>
          <a:endParaRPr lang="en-IN" sz="900"/>
        </a:p>
      </dgm:t>
    </dgm:pt>
    <dgm:pt modelId="{5D9CB4C2-E76C-47F7-8508-B19F4FC85721}" type="sibTrans" cxnId="{B4402361-6A6A-48CF-AB05-D1509E4C60BB}">
      <dgm:prSet/>
      <dgm:spPr/>
      <dgm:t>
        <a:bodyPr/>
        <a:lstStyle/>
        <a:p>
          <a:endParaRPr lang="en-IN" sz="900"/>
        </a:p>
      </dgm:t>
    </dgm:pt>
    <dgm:pt modelId="{AA13F60E-E0E1-4628-BE9A-4A5B41B1C918}">
      <dgm:prSet custT="1"/>
      <dgm:spPr/>
      <dgm:t>
        <a:bodyPr/>
        <a:lstStyle/>
        <a:p>
          <a:r>
            <a:rPr lang="en-US" sz="900" b="1" dirty="0"/>
            <a:t>Absences, Study Time, Past Failures, Support</a:t>
          </a:r>
          <a:r>
            <a:rPr lang="en-US" sz="900" dirty="0"/>
            <a:t> </a:t>
          </a:r>
          <a:endParaRPr lang="en-IN" sz="900" dirty="0"/>
        </a:p>
      </dgm:t>
    </dgm:pt>
    <dgm:pt modelId="{0EC9CD1D-2AC6-4829-B163-DB293E1118D6}" type="parTrans" cxnId="{B3324D7A-69D9-4A4C-9552-35BB35E97BEF}">
      <dgm:prSet/>
      <dgm:spPr/>
      <dgm:t>
        <a:bodyPr/>
        <a:lstStyle/>
        <a:p>
          <a:endParaRPr lang="en-IN" sz="900"/>
        </a:p>
      </dgm:t>
    </dgm:pt>
    <dgm:pt modelId="{0074B8C5-BC18-4901-975B-096F04B9AE49}" type="sibTrans" cxnId="{B3324D7A-69D9-4A4C-9552-35BB35E97BEF}">
      <dgm:prSet/>
      <dgm:spPr/>
      <dgm:t>
        <a:bodyPr/>
        <a:lstStyle/>
        <a:p>
          <a:endParaRPr lang="en-IN" sz="900"/>
        </a:p>
      </dgm:t>
    </dgm:pt>
    <dgm:pt modelId="{5F3C4ABE-7A71-4ABB-BF7D-E42D42291D99}">
      <dgm:prSet custT="1"/>
      <dgm:spPr/>
      <dgm:t>
        <a:bodyPr/>
        <a:lstStyle/>
        <a:p>
          <a:r>
            <a:rPr lang="en-US" sz="900" dirty="0"/>
            <a:t>Evaluated using </a:t>
          </a:r>
          <a:r>
            <a:rPr lang="en-US" sz="900" b="1" dirty="0"/>
            <a:t>MAE (absolute error)</a:t>
          </a:r>
          <a:r>
            <a:rPr lang="en-US" sz="900" dirty="0"/>
            <a:t> to identify patterns </a:t>
          </a:r>
          <a:endParaRPr lang="en-IN" sz="900" dirty="0"/>
        </a:p>
      </dgm:t>
    </dgm:pt>
    <dgm:pt modelId="{3221A4C9-7D0B-4398-90CE-5B881C92DC7C}" type="parTrans" cxnId="{37E35F42-6F5C-4D0E-80C9-F09183CAA4AC}">
      <dgm:prSet/>
      <dgm:spPr/>
      <dgm:t>
        <a:bodyPr/>
        <a:lstStyle/>
        <a:p>
          <a:endParaRPr lang="en-IN" sz="900"/>
        </a:p>
      </dgm:t>
    </dgm:pt>
    <dgm:pt modelId="{2BC8430D-4C1B-403A-B864-CE84F774EF01}" type="sibTrans" cxnId="{37E35F42-6F5C-4D0E-80C9-F09183CAA4AC}">
      <dgm:prSet/>
      <dgm:spPr/>
      <dgm:t>
        <a:bodyPr/>
        <a:lstStyle/>
        <a:p>
          <a:endParaRPr lang="en-IN" sz="900"/>
        </a:p>
      </dgm:t>
    </dgm:pt>
    <dgm:pt modelId="{D4335485-5A2B-422B-82AC-C2770B375034}">
      <dgm:prSet custT="1"/>
      <dgm:spPr/>
      <dgm:t>
        <a:bodyPr/>
        <a:lstStyle/>
        <a:p>
          <a:r>
            <a:rPr lang="en-US" sz="900" b="1"/>
            <a:t>Key Findings</a:t>
          </a:r>
          <a:endParaRPr lang="en-IN" sz="900"/>
        </a:p>
      </dgm:t>
    </dgm:pt>
    <dgm:pt modelId="{F66B9131-4B4E-4561-A504-72751AEEFDA8}" type="parTrans" cxnId="{11954AFA-D660-4B7B-8CBE-6142EB248BB8}">
      <dgm:prSet/>
      <dgm:spPr/>
      <dgm:t>
        <a:bodyPr/>
        <a:lstStyle/>
        <a:p>
          <a:endParaRPr lang="en-IN" sz="900"/>
        </a:p>
      </dgm:t>
    </dgm:pt>
    <dgm:pt modelId="{32A49B94-E9DE-4F92-85BB-3F5456BBD811}" type="sibTrans" cxnId="{11954AFA-D660-4B7B-8CBE-6142EB248BB8}">
      <dgm:prSet/>
      <dgm:spPr/>
      <dgm:t>
        <a:bodyPr/>
        <a:lstStyle/>
        <a:p>
          <a:endParaRPr lang="en-IN" sz="900"/>
        </a:p>
      </dgm:t>
    </dgm:pt>
    <dgm:pt modelId="{A62DB7D3-C3C9-4A19-8815-0F930B27A7C2}">
      <dgm:prSet custT="1"/>
      <dgm:spPr/>
      <dgm:t>
        <a:bodyPr/>
        <a:lstStyle/>
        <a:p>
          <a:r>
            <a:rPr lang="en-US" sz="900" b="1" dirty="0"/>
            <a:t>Absences:</a:t>
          </a:r>
          <a:r>
            <a:rPr lang="en-US" sz="900" dirty="0"/>
            <a:t> High absences → higher error &amp; poor performance </a:t>
          </a:r>
          <a:endParaRPr lang="en-IN" sz="900" dirty="0"/>
        </a:p>
      </dgm:t>
    </dgm:pt>
    <dgm:pt modelId="{C4CE9133-B1F4-4685-8FAC-952A6679CC14}" type="parTrans" cxnId="{C28D640E-5DD9-4418-B957-58A9321BB2A4}">
      <dgm:prSet/>
      <dgm:spPr/>
      <dgm:t>
        <a:bodyPr/>
        <a:lstStyle/>
        <a:p>
          <a:endParaRPr lang="en-IN" sz="900"/>
        </a:p>
      </dgm:t>
    </dgm:pt>
    <dgm:pt modelId="{A2EDC7FA-0D05-4529-A085-BEBE2C64B521}" type="sibTrans" cxnId="{C28D640E-5DD9-4418-B957-58A9321BB2A4}">
      <dgm:prSet/>
      <dgm:spPr/>
      <dgm:t>
        <a:bodyPr/>
        <a:lstStyle/>
        <a:p>
          <a:endParaRPr lang="en-IN" sz="900"/>
        </a:p>
      </dgm:t>
    </dgm:pt>
    <dgm:pt modelId="{0936E723-7B18-4230-9B23-65B3DDFDB3DA}">
      <dgm:prSet custT="1"/>
      <dgm:spPr/>
      <dgm:t>
        <a:bodyPr/>
        <a:lstStyle/>
        <a:p>
          <a:r>
            <a:rPr lang="en-US" sz="900" b="1" dirty="0"/>
            <a:t>Study Time:</a:t>
          </a:r>
          <a:r>
            <a:rPr lang="en-US" sz="900" dirty="0"/>
            <a:t> Higher study time → lower error &amp; better predictability </a:t>
          </a:r>
          <a:endParaRPr lang="en-IN" sz="900" dirty="0"/>
        </a:p>
      </dgm:t>
    </dgm:pt>
    <dgm:pt modelId="{F28465CB-A6A2-4488-BBD6-CFF3C2708885}" type="parTrans" cxnId="{812D5DF2-2F08-4EB9-8FAB-FBF285693EC6}">
      <dgm:prSet/>
      <dgm:spPr/>
      <dgm:t>
        <a:bodyPr/>
        <a:lstStyle/>
        <a:p>
          <a:endParaRPr lang="en-IN" sz="900"/>
        </a:p>
      </dgm:t>
    </dgm:pt>
    <dgm:pt modelId="{C4FEB486-A11B-441C-9AE3-BD43FA495FD9}" type="sibTrans" cxnId="{812D5DF2-2F08-4EB9-8FAB-FBF285693EC6}">
      <dgm:prSet/>
      <dgm:spPr/>
      <dgm:t>
        <a:bodyPr/>
        <a:lstStyle/>
        <a:p>
          <a:endParaRPr lang="en-IN" sz="900"/>
        </a:p>
      </dgm:t>
    </dgm:pt>
    <dgm:pt modelId="{3502FB88-5D63-4FA7-B311-F00601262640}">
      <dgm:prSet custT="1"/>
      <dgm:spPr/>
      <dgm:t>
        <a:bodyPr/>
        <a:lstStyle/>
        <a:p>
          <a:r>
            <a:rPr lang="en-US" sz="900" b="1"/>
            <a:t>Past Failures:</a:t>
          </a:r>
          <a:r>
            <a:rPr lang="en-US" sz="900"/>
            <a:t> More failures → higher error &amp; inconsistent outcomes </a:t>
          </a:r>
          <a:endParaRPr lang="en-IN" sz="900"/>
        </a:p>
      </dgm:t>
    </dgm:pt>
    <dgm:pt modelId="{17DF3289-B7CA-464B-A4EA-50664CB4CF57}" type="parTrans" cxnId="{46F65C85-D08B-4BFF-A795-579CEA67A971}">
      <dgm:prSet/>
      <dgm:spPr/>
      <dgm:t>
        <a:bodyPr/>
        <a:lstStyle/>
        <a:p>
          <a:endParaRPr lang="en-IN" sz="900"/>
        </a:p>
      </dgm:t>
    </dgm:pt>
    <dgm:pt modelId="{8EF7FE34-9A65-40BF-965E-35E14842DED3}" type="sibTrans" cxnId="{46F65C85-D08B-4BFF-A795-579CEA67A971}">
      <dgm:prSet/>
      <dgm:spPr/>
      <dgm:t>
        <a:bodyPr/>
        <a:lstStyle/>
        <a:p>
          <a:endParaRPr lang="en-IN" sz="900"/>
        </a:p>
      </dgm:t>
    </dgm:pt>
    <dgm:pt modelId="{84C9792D-EEAB-4B09-B69E-C67BCCAAC094}">
      <dgm:prSet custT="1"/>
      <dgm:spPr/>
      <dgm:t>
        <a:bodyPr/>
        <a:lstStyle/>
        <a:p>
          <a:r>
            <a:rPr lang="en-US" sz="900" b="1" dirty="0"/>
            <a:t>Support:</a:t>
          </a:r>
          <a:r>
            <a:rPr lang="en-US" sz="900" dirty="0"/>
            <a:t> Strong family/school support → lower error &amp; stability </a:t>
          </a:r>
          <a:endParaRPr lang="en-IN" sz="900" dirty="0"/>
        </a:p>
      </dgm:t>
    </dgm:pt>
    <dgm:pt modelId="{465B02EA-47FC-4A1B-8778-689140B392CE}" type="parTrans" cxnId="{6A9F206D-F4DE-40DA-9B77-20AA07145ACB}">
      <dgm:prSet/>
      <dgm:spPr/>
      <dgm:t>
        <a:bodyPr/>
        <a:lstStyle/>
        <a:p>
          <a:endParaRPr lang="en-IN" sz="900"/>
        </a:p>
      </dgm:t>
    </dgm:pt>
    <dgm:pt modelId="{3EB25041-6016-41CD-AA81-3D4EF50D353F}" type="sibTrans" cxnId="{6A9F206D-F4DE-40DA-9B77-20AA07145ACB}">
      <dgm:prSet/>
      <dgm:spPr/>
      <dgm:t>
        <a:bodyPr/>
        <a:lstStyle/>
        <a:p>
          <a:endParaRPr lang="en-IN" sz="900"/>
        </a:p>
      </dgm:t>
    </dgm:pt>
    <dgm:pt modelId="{390EC2F6-D1A0-405D-90A7-9E67A8A8413F}">
      <dgm:prSet custT="1"/>
      <dgm:spPr/>
      <dgm:t>
        <a:bodyPr/>
        <a:lstStyle/>
        <a:p>
          <a:r>
            <a:rPr lang="en-US" sz="900" b="1"/>
            <a:t>Prediction Patterns</a:t>
          </a:r>
          <a:endParaRPr lang="en-IN" sz="900"/>
        </a:p>
      </dgm:t>
    </dgm:pt>
    <dgm:pt modelId="{5B3BAE17-F8C1-489A-BDAE-4B6A0BF8D194}" type="parTrans" cxnId="{D6974AA9-C460-4935-9A8A-9AC024DED2B7}">
      <dgm:prSet/>
      <dgm:spPr/>
      <dgm:t>
        <a:bodyPr/>
        <a:lstStyle/>
        <a:p>
          <a:endParaRPr lang="en-IN" sz="900"/>
        </a:p>
      </dgm:t>
    </dgm:pt>
    <dgm:pt modelId="{269F186A-AE73-4736-8FA4-8E4FD009B710}" type="sibTrans" cxnId="{D6974AA9-C460-4935-9A8A-9AC024DED2B7}">
      <dgm:prSet/>
      <dgm:spPr/>
      <dgm:t>
        <a:bodyPr/>
        <a:lstStyle/>
        <a:p>
          <a:endParaRPr lang="en-IN" sz="900"/>
        </a:p>
      </dgm:t>
    </dgm:pt>
    <dgm:pt modelId="{95C9602D-14F9-431A-A3E3-BA1E6D48B313}">
      <dgm:prSet custT="1"/>
      <dgm:spPr/>
      <dgm:t>
        <a:bodyPr/>
        <a:lstStyle/>
        <a:p>
          <a:r>
            <a:rPr lang="en-US" sz="900" b="1"/>
            <a:t>Underprediction:</a:t>
          </a:r>
          <a:r>
            <a:rPr lang="en-US" sz="900"/>
            <a:t> High-performing students </a:t>
          </a:r>
          <a:endParaRPr lang="en-IN" sz="900"/>
        </a:p>
      </dgm:t>
    </dgm:pt>
    <dgm:pt modelId="{1BAA0175-9576-42DE-B631-39DF7CFC4704}" type="parTrans" cxnId="{A42C11F5-3E1F-4D88-91CC-B04001DE8B7E}">
      <dgm:prSet/>
      <dgm:spPr/>
      <dgm:t>
        <a:bodyPr/>
        <a:lstStyle/>
        <a:p>
          <a:endParaRPr lang="en-IN" sz="900"/>
        </a:p>
      </dgm:t>
    </dgm:pt>
    <dgm:pt modelId="{99069C53-9AE9-44ED-AB01-8D57B7D6B75D}" type="sibTrans" cxnId="{A42C11F5-3E1F-4D88-91CC-B04001DE8B7E}">
      <dgm:prSet/>
      <dgm:spPr/>
      <dgm:t>
        <a:bodyPr/>
        <a:lstStyle/>
        <a:p>
          <a:endParaRPr lang="en-IN" sz="900"/>
        </a:p>
      </dgm:t>
    </dgm:pt>
    <dgm:pt modelId="{5D7F28AD-F38F-4F88-9327-C2F0FF8C8509}">
      <dgm:prSet custT="1"/>
      <dgm:spPr/>
      <dgm:t>
        <a:bodyPr/>
        <a:lstStyle/>
        <a:p>
          <a:r>
            <a:rPr lang="en-US" sz="900" b="1" dirty="0"/>
            <a:t>High variability:</a:t>
          </a:r>
          <a:r>
            <a:rPr lang="en-US" sz="900" dirty="0"/>
            <a:t> Very low-performing students</a:t>
          </a:r>
          <a:br>
            <a:rPr lang="en-US" sz="900" dirty="0"/>
          </a:br>
          <a:r>
            <a:rPr lang="en-US" sz="900" dirty="0"/>
            <a:t>→ Model shows </a:t>
          </a:r>
          <a:r>
            <a:rPr lang="en-US" sz="900" b="1" dirty="0"/>
            <a:t>regression toward mean (struggles at extremes)</a:t>
          </a:r>
          <a:r>
            <a:rPr lang="en-US" sz="900" dirty="0"/>
            <a:t> </a:t>
          </a:r>
          <a:endParaRPr lang="en-IN" sz="900" dirty="0"/>
        </a:p>
      </dgm:t>
    </dgm:pt>
    <dgm:pt modelId="{3D9990BC-10EA-487E-B6CD-7C6B10AB8952}" type="parTrans" cxnId="{9F394853-E48D-4EBC-AF34-DB1196E3EE58}">
      <dgm:prSet/>
      <dgm:spPr/>
      <dgm:t>
        <a:bodyPr/>
        <a:lstStyle/>
        <a:p>
          <a:endParaRPr lang="en-IN" sz="900"/>
        </a:p>
      </dgm:t>
    </dgm:pt>
    <dgm:pt modelId="{A34E793B-1F24-4FD5-9A61-1CB1CC1F65D9}" type="sibTrans" cxnId="{9F394853-E48D-4EBC-AF34-DB1196E3EE58}">
      <dgm:prSet/>
      <dgm:spPr/>
      <dgm:t>
        <a:bodyPr/>
        <a:lstStyle/>
        <a:p>
          <a:endParaRPr lang="en-IN" sz="900"/>
        </a:p>
      </dgm:t>
    </dgm:pt>
    <dgm:pt modelId="{28A2E821-1CB6-40E2-9850-F3D4EB1E3B6E}">
      <dgm:prSet custT="1"/>
      <dgm:spPr/>
      <dgm:t>
        <a:bodyPr/>
        <a:lstStyle/>
        <a:p>
          <a:r>
            <a:rPr lang="en-US" sz="900" b="1"/>
            <a:t>Core Insights</a:t>
          </a:r>
          <a:endParaRPr lang="en-IN" sz="900"/>
        </a:p>
      </dgm:t>
    </dgm:pt>
    <dgm:pt modelId="{2B15A66C-FC07-4293-840E-968371561A44}" type="parTrans" cxnId="{71CE5A7C-58BD-46FB-A6F0-D94C7163C637}">
      <dgm:prSet/>
      <dgm:spPr/>
      <dgm:t>
        <a:bodyPr/>
        <a:lstStyle/>
        <a:p>
          <a:endParaRPr lang="en-IN" sz="900"/>
        </a:p>
      </dgm:t>
    </dgm:pt>
    <dgm:pt modelId="{D9090C32-FC0F-489F-A6E0-EDD35C0B0FE9}" type="sibTrans" cxnId="{71CE5A7C-58BD-46FB-A6F0-D94C7163C637}">
      <dgm:prSet/>
      <dgm:spPr/>
      <dgm:t>
        <a:bodyPr/>
        <a:lstStyle/>
        <a:p>
          <a:endParaRPr lang="en-IN" sz="900"/>
        </a:p>
      </dgm:t>
    </dgm:pt>
    <dgm:pt modelId="{3C2130AD-770A-4DEE-A4A6-E30F34565AD5}">
      <dgm:prSet custT="1"/>
      <dgm:spPr/>
      <dgm:t>
        <a:bodyPr/>
        <a:lstStyle/>
        <a:p>
          <a:r>
            <a:rPr lang="en-US" sz="900"/>
            <a:t>Highest errors in </a:t>
          </a:r>
          <a:r>
            <a:rPr lang="en-US" sz="900" b="1"/>
            <a:t>very_low &amp; high grade bands</a:t>
          </a:r>
          <a:r>
            <a:rPr lang="en-US" sz="900"/>
            <a:t> </a:t>
          </a:r>
          <a:endParaRPr lang="en-IN" sz="900"/>
        </a:p>
      </dgm:t>
    </dgm:pt>
    <dgm:pt modelId="{E41DE403-BC81-449B-B8E6-D57D81E7C6FB}" type="parTrans" cxnId="{0C054119-F8FA-49A7-B33A-F29A367C2F94}">
      <dgm:prSet/>
      <dgm:spPr/>
      <dgm:t>
        <a:bodyPr/>
        <a:lstStyle/>
        <a:p>
          <a:endParaRPr lang="en-IN" sz="900"/>
        </a:p>
      </dgm:t>
    </dgm:pt>
    <dgm:pt modelId="{E5422424-31C4-4B05-A80D-2678FBED3669}" type="sibTrans" cxnId="{0C054119-F8FA-49A7-B33A-F29A367C2F94}">
      <dgm:prSet/>
      <dgm:spPr/>
      <dgm:t>
        <a:bodyPr/>
        <a:lstStyle/>
        <a:p>
          <a:endParaRPr lang="en-IN" sz="900"/>
        </a:p>
      </dgm:t>
    </dgm:pt>
    <dgm:pt modelId="{578D8E01-3972-4759-AC4E-8375DA231B9C}">
      <dgm:prSet custT="1"/>
      <dgm:spPr/>
      <dgm:t>
        <a:bodyPr/>
        <a:lstStyle/>
        <a:p>
          <a:r>
            <a:rPr lang="en-US" sz="900" b="1"/>
            <a:t>Absences &amp; past failures</a:t>
          </a:r>
          <a:r>
            <a:rPr lang="en-US" sz="900"/>
            <a:t> are strongest risk indicators </a:t>
          </a:r>
          <a:endParaRPr lang="en-IN" sz="900"/>
        </a:p>
      </dgm:t>
    </dgm:pt>
    <dgm:pt modelId="{14668EEA-5337-416C-A3D7-79B2C2C908C8}" type="parTrans" cxnId="{B7B32121-BAF7-4D21-9756-891352236D53}">
      <dgm:prSet/>
      <dgm:spPr/>
      <dgm:t>
        <a:bodyPr/>
        <a:lstStyle/>
        <a:p>
          <a:endParaRPr lang="en-IN" sz="900"/>
        </a:p>
      </dgm:t>
    </dgm:pt>
    <dgm:pt modelId="{3BDE70C5-D40C-4C16-A98D-3DA65A7FD80E}" type="sibTrans" cxnId="{B7B32121-BAF7-4D21-9756-891352236D53}">
      <dgm:prSet/>
      <dgm:spPr/>
      <dgm:t>
        <a:bodyPr/>
        <a:lstStyle/>
        <a:p>
          <a:endParaRPr lang="en-IN" sz="900"/>
        </a:p>
      </dgm:t>
    </dgm:pt>
    <dgm:pt modelId="{AFAA6653-A5BC-4536-A010-E6C21C685E5E}">
      <dgm:prSet custT="1"/>
      <dgm:spPr/>
      <dgm:t>
        <a:bodyPr/>
        <a:lstStyle/>
        <a:p>
          <a:r>
            <a:rPr lang="en-US" sz="900" b="1"/>
            <a:t>Support &amp; study habits</a:t>
          </a:r>
          <a:r>
            <a:rPr lang="en-US" sz="900"/>
            <a:t> improve both performance and predictability </a:t>
          </a:r>
          <a:endParaRPr lang="en-IN" sz="900"/>
        </a:p>
      </dgm:t>
    </dgm:pt>
    <dgm:pt modelId="{F133701F-8B56-4DE2-9327-6145A69AA791}" type="parTrans" cxnId="{558A371E-B52C-4298-910E-94C899409BB9}">
      <dgm:prSet/>
      <dgm:spPr/>
      <dgm:t>
        <a:bodyPr/>
        <a:lstStyle/>
        <a:p>
          <a:endParaRPr lang="en-IN" sz="900"/>
        </a:p>
      </dgm:t>
    </dgm:pt>
    <dgm:pt modelId="{087ACEAD-BE0C-4F86-937F-4ACB9D954050}" type="sibTrans" cxnId="{558A371E-B52C-4298-910E-94C899409BB9}">
      <dgm:prSet/>
      <dgm:spPr/>
      <dgm:t>
        <a:bodyPr/>
        <a:lstStyle/>
        <a:p>
          <a:endParaRPr lang="en-IN" sz="900"/>
        </a:p>
      </dgm:t>
    </dgm:pt>
    <dgm:pt modelId="{F523ABD8-4C1A-46D3-871B-142E0A7A887F}">
      <dgm:prSet custT="1"/>
      <dgm:spPr/>
      <dgm:t>
        <a:bodyPr/>
        <a:lstStyle/>
        <a:p>
          <a:r>
            <a:rPr lang="en-US" sz="900" b="1"/>
            <a:t>Recommended Actions</a:t>
          </a:r>
          <a:endParaRPr lang="en-IN" sz="900"/>
        </a:p>
      </dgm:t>
    </dgm:pt>
    <dgm:pt modelId="{6CAE7613-153A-4A76-A81A-72D1061E330D}" type="parTrans" cxnId="{37C452DF-D84A-434A-916B-3DE485FCB036}">
      <dgm:prSet/>
      <dgm:spPr/>
      <dgm:t>
        <a:bodyPr/>
        <a:lstStyle/>
        <a:p>
          <a:endParaRPr lang="en-IN" sz="900"/>
        </a:p>
      </dgm:t>
    </dgm:pt>
    <dgm:pt modelId="{DADCA49F-FDE0-4E17-8B67-0C39AEFEE936}" type="sibTrans" cxnId="{37C452DF-D84A-434A-916B-3DE485FCB036}">
      <dgm:prSet/>
      <dgm:spPr/>
      <dgm:t>
        <a:bodyPr/>
        <a:lstStyle/>
        <a:p>
          <a:endParaRPr lang="en-IN" sz="900"/>
        </a:p>
      </dgm:t>
    </dgm:pt>
    <dgm:pt modelId="{9909517F-5AE0-4C8D-A627-3625E9875C71}">
      <dgm:prSet custT="1"/>
      <dgm:spPr/>
      <dgm:t>
        <a:bodyPr/>
        <a:lstStyle/>
        <a:p>
          <a:r>
            <a:rPr lang="en-US" sz="900" b="1"/>
            <a:t>Targeted tutoring</a:t>
          </a:r>
          <a:r>
            <a:rPr lang="en-US" sz="900"/>
            <a:t> for students with past failures </a:t>
          </a:r>
          <a:endParaRPr lang="en-IN" sz="900"/>
        </a:p>
      </dgm:t>
    </dgm:pt>
    <dgm:pt modelId="{8AE3F67C-8E91-4F02-9226-82141CD34A7E}" type="parTrans" cxnId="{0033BFDE-7F27-4291-9BA2-10ACC4D4315D}">
      <dgm:prSet/>
      <dgm:spPr/>
      <dgm:t>
        <a:bodyPr/>
        <a:lstStyle/>
        <a:p>
          <a:endParaRPr lang="en-IN" sz="900"/>
        </a:p>
      </dgm:t>
    </dgm:pt>
    <dgm:pt modelId="{1F6F2986-3295-4221-85FF-EB3A23E5C2D8}" type="sibTrans" cxnId="{0033BFDE-7F27-4291-9BA2-10ACC4D4315D}">
      <dgm:prSet/>
      <dgm:spPr/>
      <dgm:t>
        <a:bodyPr/>
        <a:lstStyle/>
        <a:p>
          <a:endParaRPr lang="en-IN" sz="900"/>
        </a:p>
      </dgm:t>
    </dgm:pt>
    <dgm:pt modelId="{FCB952D9-08F2-4848-98C2-A7245E39FD2A}">
      <dgm:prSet custT="1"/>
      <dgm:spPr/>
      <dgm:t>
        <a:bodyPr/>
        <a:lstStyle/>
        <a:p>
          <a:r>
            <a:rPr lang="en-US" sz="900" b="1"/>
            <a:t>Attendance monitoring &amp; counselling</a:t>
          </a:r>
          <a:r>
            <a:rPr lang="en-US" sz="900"/>
            <a:t> for high absences </a:t>
          </a:r>
          <a:endParaRPr lang="en-IN" sz="900"/>
        </a:p>
      </dgm:t>
    </dgm:pt>
    <dgm:pt modelId="{FF630B15-74D9-4133-86BE-C5C8BF4AFCE6}" type="parTrans" cxnId="{70326DF8-992E-45D2-8789-63A65768C4B4}">
      <dgm:prSet/>
      <dgm:spPr/>
      <dgm:t>
        <a:bodyPr/>
        <a:lstStyle/>
        <a:p>
          <a:endParaRPr lang="en-IN" sz="900"/>
        </a:p>
      </dgm:t>
    </dgm:pt>
    <dgm:pt modelId="{E984392C-025E-478C-8EBF-D5AF7E0F50FA}" type="sibTrans" cxnId="{70326DF8-992E-45D2-8789-63A65768C4B4}">
      <dgm:prSet/>
      <dgm:spPr/>
      <dgm:t>
        <a:bodyPr/>
        <a:lstStyle/>
        <a:p>
          <a:endParaRPr lang="en-IN" sz="900"/>
        </a:p>
      </dgm:t>
    </dgm:pt>
    <dgm:pt modelId="{CEEFB37E-DF14-486B-B19B-7861B7EA7792}">
      <dgm:prSet custT="1"/>
      <dgm:spPr/>
      <dgm:t>
        <a:bodyPr/>
        <a:lstStyle/>
        <a:p>
          <a:r>
            <a:rPr lang="en-US" sz="900" b="1"/>
            <a:t>Structured study plans</a:t>
          </a:r>
          <a:r>
            <a:rPr lang="en-US" sz="900"/>
            <a:t> for low study-time students </a:t>
          </a:r>
          <a:endParaRPr lang="en-IN" sz="900"/>
        </a:p>
      </dgm:t>
    </dgm:pt>
    <dgm:pt modelId="{D05B22E0-734A-4911-8AB8-EC6B7F0DB5A3}" type="parTrans" cxnId="{C4009754-EA7D-4D7C-9333-4C9C9B0B0DA9}">
      <dgm:prSet/>
      <dgm:spPr/>
      <dgm:t>
        <a:bodyPr/>
        <a:lstStyle/>
        <a:p>
          <a:endParaRPr lang="en-IN" sz="900"/>
        </a:p>
      </dgm:t>
    </dgm:pt>
    <dgm:pt modelId="{BDD76855-96CC-4F7C-82B2-D859185E6211}" type="sibTrans" cxnId="{C4009754-EA7D-4D7C-9333-4C9C9B0B0DA9}">
      <dgm:prSet/>
      <dgm:spPr/>
      <dgm:t>
        <a:bodyPr/>
        <a:lstStyle/>
        <a:p>
          <a:endParaRPr lang="en-IN" sz="900"/>
        </a:p>
      </dgm:t>
    </dgm:pt>
    <dgm:pt modelId="{271D81D3-4DCF-4364-87BA-1FDED3EAE09C}">
      <dgm:prSet custT="1"/>
      <dgm:spPr/>
      <dgm:t>
        <a:bodyPr/>
        <a:lstStyle/>
        <a:p>
          <a:r>
            <a:rPr lang="en-US" sz="900" b="1"/>
            <a:t>Strengthen family &amp; school support systems</a:t>
          </a:r>
          <a:r>
            <a:rPr lang="en-US" sz="900"/>
            <a:t> </a:t>
          </a:r>
          <a:endParaRPr lang="en-IN" sz="900"/>
        </a:p>
      </dgm:t>
    </dgm:pt>
    <dgm:pt modelId="{B7D627E6-62AE-4189-B03F-C78D1F02E9A6}" type="parTrans" cxnId="{D089B5D9-BD28-44AA-9326-B1AD1925B489}">
      <dgm:prSet/>
      <dgm:spPr/>
      <dgm:t>
        <a:bodyPr/>
        <a:lstStyle/>
        <a:p>
          <a:endParaRPr lang="en-IN" sz="900"/>
        </a:p>
      </dgm:t>
    </dgm:pt>
    <dgm:pt modelId="{4217E04B-0814-4242-89B5-778562B204F5}" type="sibTrans" cxnId="{D089B5D9-BD28-44AA-9326-B1AD1925B489}">
      <dgm:prSet/>
      <dgm:spPr/>
      <dgm:t>
        <a:bodyPr/>
        <a:lstStyle/>
        <a:p>
          <a:endParaRPr lang="en-IN" sz="900"/>
        </a:p>
      </dgm:t>
    </dgm:pt>
    <dgm:pt modelId="{6BC08598-6B29-4B35-9F00-D2FD4C3249D1}">
      <dgm:prSet custT="1"/>
      <dgm:spPr/>
      <dgm:t>
        <a:bodyPr/>
        <a:lstStyle/>
        <a:p>
          <a:r>
            <a:rPr lang="en-US" sz="900" b="1"/>
            <a:t>Provide digital access support</a:t>
          </a:r>
          <a:r>
            <a:rPr lang="en-US" sz="900"/>
            <a:t> for underserved students</a:t>
          </a:r>
          <a:endParaRPr lang="en-IN" sz="900"/>
        </a:p>
      </dgm:t>
    </dgm:pt>
    <dgm:pt modelId="{C595D7DD-2C98-45C7-A5AD-42FB722D44F1}" type="parTrans" cxnId="{FE011988-2457-4C2B-83BA-C5CFA46AE70B}">
      <dgm:prSet/>
      <dgm:spPr/>
      <dgm:t>
        <a:bodyPr/>
        <a:lstStyle/>
        <a:p>
          <a:endParaRPr lang="en-IN" sz="900"/>
        </a:p>
      </dgm:t>
    </dgm:pt>
    <dgm:pt modelId="{E2A0DEEF-1B16-4110-9BDD-6950FFA477C1}" type="sibTrans" cxnId="{FE011988-2457-4C2B-83BA-C5CFA46AE70B}">
      <dgm:prSet/>
      <dgm:spPr/>
      <dgm:t>
        <a:bodyPr/>
        <a:lstStyle/>
        <a:p>
          <a:endParaRPr lang="en-IN" sz="900"/>
        </a:p>
      </dgm:t>
    </dgm:pt>
    <dgm:pt modelId="{A06BEDF4-80D1-4B1E-9C00-6ACB0F353967}" type="pres">
      <dgm:prSet presAssocID="{CFEC898F-00EA-4210-8BEC-960D429E8EA8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379DCAFC-6726-460D-BE4C-D91282B48544}" type="pres">
      <dgm:prSet presAssocID="{1D85E24E-4126-4023-AE35-9A4C814B0DE0}" presName="horFlow" presStyleCnt="0"/>
      <dgm:spPr/>
    </dgm:pt>
    <dgm:pt modelId="{E95E629C-E8D9-439E-928E-246B7C919293}" type="pres">
      <dgm:prSet presAssocID="{1D85E24E-4126-4023-AE35-9A4C814B0DE0}" presName="bigChev" presStyleLbl="node1" presStyleIdx="0" presStyleCnt="5"/>
      <dgm:spPr/>
    </dgm:pt>
    <dgm:pt modelId="{B5A0ECB1-705A-4D13-8EDA-0B341B8C420B}" type="pres">
      <dgm:prSet presAssocID="{63657D12-24C0-4D7D-A052-E1884FE0CB8E}" presName="parTrans" presStyleCnt="0"/>
      <dgm:spPr/>
    </dgm:pt>
    <dgm:pt modelId="{39317B35-5458-4F0B-87EF-659BE27F989A}" type="pres">
      <dgm:prSet presAssocID="{779521FB-DCDE-4E7C-857F-027650CFAB92}" presName="node" presStyleLbl="alignAccFollowNode1" presStyleIdx="0" presStyleCnt="16" custScaleX="132806">
        <dgm:presLayoutVars>
          <dgm:bulletEnabled val="1"/>
        </dgm:presLayoutVars>
      </dgm:prSet>
      <dgm:spPr/>
    </dgm:pt>
    <dgm:pt modelId="{0A27AA13-C3A3-48B5-A0C6-D2B3923AA8CA}" type="pres">
      <dgm:prSet presAssocID="{5D9CB4C2-E76C-47F7-8508-B19F4FC85721}" presName="sibTrans" presStyleCnt="0"/>
      <dgm:spPr/>
    </dgm:pt>
    <dgm:pt modelId="{3C29CC4C-070B-4D7F-8CDC-920D94D87C76}" type="pres">
      <dgm:prSet presAssocID="{5F3C4ABE-7A71-4ABB-BF7D-E42D42291D99}" presName="node" presStyleLbl="alignAccFollowNode1" presStyleIdx="1" presStyleCnt="16" custScaleX="123545">
        <dgm:presLayoutVars>
          <dgm:bulletEnabled val="1"/>
        </dgm:presLayoutVars>
      </dgm:prSet>
      <dgm:spPr/>
    </dgm:pt>
    <dgm:pt modelId="{6F6D0BB4-7167-4839-839B-C1066742FB15}" type="pres">
      <dgm:prSet presAssocID="{1D85E24E-4126-4023-AE35-9A4C814B0DE0}" presName="vSp" presStyleCnt="0"/>
      <dgm:spPr/>
    </dgm:pt>
    <dgm:pt modelId="{18ECFD19-CFDF-4E86-89C3-955705B80E9A}" type="pres">
      <dgm:prSet presAssocID="{D4335485-5A2B-422B-82AC-C2770B375034}" presName="horFlow" presStyleCnt="0"/>
      <dgm:spPr/>
    </dgm:pt>
    <dgm:pt modelId="{E29178A5-BFDD-4645-BEFA-5D16B465AA1D}" type="pres">
      <dgm:prSet presAssocID="{D4335485-5A2B-422B-82AC-C2770B375034}" presName="bigChev" presStyleLbl="node1" presStyleIdx="1" presStyleCnt="5"/>
      <dgm:spPr/>
    </dgm:pt>
    <dgm:pt modelId="{EDB08DB9-A88B-41D6-A8C3-60B91E7289BE}" type="pres">
      <dgm:prSet presAssocID="{C4CE9133-B1F4-4685-8FAC-952A6679CC14}" presName="parTrans" presStyleCnt="0"/>
      <dgm:spPr/>
    </dgm:pt>
    <dgm:pt modelId="{44F98133-2721-46FB-942F-C7D87F825E51}" type="pres">
      <dgm:prSet presAssocID="{A62DB7D3-C3C9-4A19-8815-0F930B27A7C2}" presName="node" presStyleLbl="alignAccFollowNode1" presStyleIdx="2" presStyleCnt="16" custScaleX="102836">
        <dgm:presLayoutVars>
          <dgm:bulletEnabled val="1"/>
        </dgm:presLayoutVars>
      </dgm:prSet>
      <dgm:spPr/>
    </dgm:pt>
    <dgm:pt modelId="{AA20492A-2581-4EB6-A22D-93BF945105E0}" type="pres">
      <dgm:prSet presAssocID="{A2EDC7FA-0D05-4529-A085-BEBE2C64B521}" presName="sibTrans" presStyleCnt="0"/>
      <dgm:spPr/>
    </dgm:pt>
    <dgm:pt modelId="{72763EDF-C35B-46C9-9386-9908CDEEC80D}" type="pres">
      <dgm:prSet presAssocID="{0936E723-7B18-4230-9B23-65B3DDFDB3DA}" presName="node" presStyleLbl="alignAccFollowNode1" presStyleIdx="3" presStyleCnt="16" custScaleX="106522">
        <dgm:presLayoutVars>
          <dgm:bulletEnabled val="1"/>
        </dgm:presLayoutVars>
      </dgm:prSet>
      <dgm:spPr/>
    </dgm:pt>
    <dgm:pt modelId="{5CCC043C-9673-4597-8167-E992C45C1DCB}" type="pres">
      <dgm:prSet presAssocID="{C4FEB486-A11B-441C-9AE3-BD43FA495FD9}" presName="sibTrans" presStyleCnt="0"/>
      <dgm:spPr/>
    </dgm:pt>
    <dgm:pt modelId="{90A0C555-E94A-4BB8-BE0C-54EAC00C2F84}" type="pres">
      <dgm:prSet presAssocID="{3502FB88-5D63-4FA7-B311-F00601262640}" presName="node" presStyleLbl="alignAccFollowNode1" presStyleIdx="4" presStyleCnt="16" custScaleX="111534">
        <dgm:presLayoutVars>
          <dgm:bulletEnabled val="1"/>
        </dgm:presLayoutVars>
      </dgm:prSet>
      <dgm:spPr/>
    </dgm:pt>
    <dgm:pt modelId="{05D9E9BB-94FD-40BB-9392-AFB54D9559E9}" type="pres">
      <dgm:prSet presAssocID="{8EF7FE34-9A65-40BF-965E-35E14842DED3}" presName="sibTrans" presStyleCnt="0"/>
      <dgm:spPr/>
    </dgm:pt>
    <dgm:pt modelId="{04F29A40-2A5F-49D4-9AFB-E25BADBC8215}" type="pres">
      <dgm:prSet presAssocID="{84C9792D-EEAB-4B09-B69E-C67BCCAAC094}" presName="node" presStyleLbl="alignAccFollowNode1" presStyleIdx="5" presStyleCnt="16" custScaleX="113612">
        <dgm:presLayoutVars>
          <dgm:bulletEnabled val="1"/>
        </dgm:presLayoutVars>
      </dgm:prSet>
      <dgm:spPr/>
    </dgm:pt>
    <dgm:pt modelId="{0A17549B-0517-4A81-9D40-44A614A66EFC}" type="pres">
      <dgm:prSet presAssocID="{D4335485-5A2B-422B-82AC-C2770B375034}" presName="vSp" presStyleCnt="0"/>
      <dgm:spPr/>
    </dgm:pt>
    <dgm:pt modelId="{24BB9FD2-5F38-4FBB-9D45-8CE7E69CEA1F}" type="pres">
      <dgm:prSet presAssocID="{390EC2F6-D1A0-405D-90A7-9E67A8A8413F}" presName="horFlow" presStyleCnt="0"/>
      <dgm:spPr/>
    </dgm:pt>
    <dgm:pt modelId="{F4F5531B-043E-4B23-B2F6-DF16BA628D5E}" type="pres">
      <dgm:prSet presAssocID="{390EC2F6-D1A0-405D-90A7-9E67A8A8413F}" presName="bigChev" presStyleLbl="node1" presStyleIdx="2" presStyleCnt="5"/>
      <dgm:spPr/>
    </dgm:pt>
    <dgm:pt modelId="{FD04253A-684F-4771-854D-CF61DCEF88AE}" type="pres">
      <dgm:prSet presAssocID="{1BAA0175-9576-42DE-B631-39DF7CFC4704}" presName="parTrans" presStyleCnt="0"/>
      <dgm:spPr/>
    </dgm:pt>
    <dgm:pt modelId="{41E69AD2-E596-4EF6-98FA-243E2377E568}" type="pres">
      <dgm:prSet presAssocID="{95C9602D-14F9-431A-A3E3-BA1E6D48B313}" presName="node" presStyleLbl="alignAccFollowNode1" presStyleIdx="6" presStyleCnt="16">
        <dgm:presLayoutVars>
          <dgm:bulletEnabled val="1"/>
        </dgm:presLayoutVars>
      </dgm:prSet>
      <dgm:spPr/>
    </dgm:pt>
    <dgm:pt modelId="{742B2AEA-47AE-46D9-8929-9F9C387177AC}" type="pres">
      <dgm:prSet presAssocID="{99069C53-9AE9-44ED-AB01-8D57B7D6B75D}" presName="sibTrans" presStyleCnt="0"/>
      <dgm:spPr/>
    </dgm:pt>
    <dgm:pt modelId="{9B14189E-7336-46B5-BF1A-24644BC8B3FB}" type="pres">
      <dgm:prSet presAssocID="{5D7F28AD-F38F-4F88-9327-C2F0FF8C8509}" presName="node" presStyleLbl="alignAccFollowNode1" presStyleIdx="7" presStyleCnt="16" custScaleX="136506">
        <dgm:presLayoutVars>
          <dgm:bulletEnabled val="1"/>
        </dgm:presLayoutVars>
      </dgm:prSet>
      <dgm:spPr/>
    </dgm:pt>
    <dgm:pt modelId="{741B8E4C-95A9-4984-8BD2-E6028D7697AA}" type="pres">
      <dgm:prSet presAssocID="{390EC2F6-D1A0-405D-90A7-9E67A8A8413F}" presName="vSp" presStyleCnt="0"/>
      <dgm:spPr/>
    </dgm:pt>
    <dgm:pt modelId="{D184D977-3D7E-4384-A804-AA50BE04D667}" type="pres">
      <dgm:prSet presAssocID="{28A2E821-1CB6-40E2-9850-F3D4EB1E3B6E}" presName="horFlow" presStyleCnt="0"/>
      <dgm:spPr/>
    </dgm:pt>
    <dgm:pt modelId="{F645FD1E-226F-49D1-BD2A-CE4425150B1C}" type="pres">
      <dgm:prSet presAssocID="{28A2E821-1CB6-40E2-9850-F3D4EB1E3B6E}" presName="bigChev" presStyleLbl="node1" presStyleIdx="3" presStyleCnt="5"/>
      <dgm:spPr/>
    </dgm:pt>
    <dgm:pt modelId="{A3D0CFE2-94AE-4553-A9C9-3AEC350618F2}" type="pres">
      <dgm:prSet presAssocID="{E41DE403-BC81-449B-B8E6-D57D81E7C6FB}" presName="parTrans" presStyleCnt="0"/>
      <dgm:spPr/>
    </dgm:pt>
    <dgm:pt modelId="{4BF7C978-A459-4E18-9EE7-06970C2411C3}" type="pres">
      <dgm:prSet presAssocID="{3C2130AD-770A-4DEE-A4A6-E30F34565AD5}" presName="node" presStyleLbl="alignAccFollowNode1" presStyleIdx="8" presStyleCnt="16">
        <dgm:presLayoutVars>
          <dgm:bulletEnabled val="1"/>
        </dgm:presLayoutVars>
      </dgm:prSet>
      <dgm:spPr/>
    </dgm:pt>
    <dgm:pt modelId="{5105DAFA-EA1E-47A5-A12D-B122F927DA04}" type="pres">
      <dgm:prSet presAssocID="{E5422424-31C4-4B05-A80D-2678FBED3669}" presName="sibTrans" presStyleCnt="0"/>
      <dgm:spPr/>
    </dgm:pt>
    <dgm:pt modelId="{2758EFA7-B78E-4E67-AE23-A4C28B315C2D}" type="pres">
      <dgm:prSet presAssocID="{578D8E01-3972-4759-AC4E-8375DA231B9C}" presName="node" presStyleLbl="alignAccFollowNode1" presStyleIdx="9" presStyleCnt="16">
        <dgm:presLayoutVars>
          <dgm:bulletEnabled val="1"/>
        </dgm:presLayoutVars>
      </dgm:prSet>
      <dgm:spPr/>
    </dgm:pt>
    <dgm:pt modelId="{70302C7A-FC17-471E-A738-E866EFAD69A2}" type="pres">
      <dgm:prSet presAssocID="{3BDE70C5-D40C-4C16-A98D-3DA65A7FD80E}" presName="sibTrans" presStyleCnt="0"/>
      <dgm:spPr/>
    </dgm:pt>
    <dgm:pt modelId="{B943AB9A-D42D-4D89-BC0E-27359976872F}" type="pres">
      <dgm:prSet presAssocID="{AFAA6653-A5BC-4536-A010-E6C21C685E5E}" presName="node" presStyleLbl="alignAccFollowNode1" presStyleIdx="10" presStyleCnt="16">
        <dgm:presLayoutVars>
          <dgm:bulletEnabled val="1"/>
        </dgm:presLayoutVars>
      </dgm:prSet>
      <dgm:spPr/>
    </dgm:pt>
    <dgm:pt modelId="{183CA129-D555-4D4B-BBA2-4F7F9F5D00ED}" type="pres">
      <dgm:prSet presAssocID="{28A2E821-1CB6-40E2-9850-F3D4EB1E3B6E}" presName="vSp" presStyleCnt="0"/>
      <dgm:spPr/>
    </dgm:pt>
    <dgm:pt modelId="{AAC31AF4-DB06-4BB2-BAB5-6AC6FABEC2A2}" type="pres">
      <dgm:prSet presAssocID="{F523ABD8-4C1A-46D3-871B-142E0A7A887F}" presName="horFlow" presStyleCnt="0"/>
      <dgm:spPr/>
    </dgm:pt>
    <dgm:pt modelId="{0A18222C-6D3F-4159-8F5C-113EF125D436}" type="pres">
      <dgm:prSet presAssocID="{F523ABD8-4C1A-46D3-871B-142E0A7A887F}" presName="bigChev" presStyleLbl="node1" presStyleIdx="4" presStyleCnt="5"/>
      <dgm:spPr/>
    </dgm:pt>
    <dgm:pt modelId="{70364DDF-7B37-4041-BB6C-09A352FF36E3}" type="pres">
      <dgm:prSet presAssocID="{8AE3F67C-8E91-4F02-9226-82141CD34A7E}" presName="parTrans" presStyleCnt="0"/>
      <dgm:spPr/>
    </dgm:pt>
    <dgm:pt modelId="{A83DCB56-8146-47ED-968F-FFAC4DB214E5}" type="pres">
      <dgm:prSet presAssocID="{9909517F-5AE0-4C8D-A627-3625E9875C71}" presName="node" presStyleLbl="alignAccFollowNode1" presStyleIdx="11" presStyleCnt="16">
        <dgm:presLayoutVars>
          <dgm:bulletEnabled val="1"/>
        </dgm:presLayoutVars>
      </dgm:prSet>
      <dgm:spPr/>
    </dgm:pt>
    <dgm:pt modelId="{09657B8E-EDCE-4CE6-BE42-AAC14F9BCE7A}" type="pres">
      <dgm:prSet presAssocID="{1F6F2986-3295-4221-85FF-EB3A23E5C2D8}" presName="sibTrans" presStyleCnt="0"/>
      <dgm:spPr/>
    </dgm:pt>
    <dgm:pt modelId="{9682BE7B-2246-4E64-8178-11BED23FE215}" type="pres">
      <dgm:prSet presAssocID="{FCB952D9-08F2-4848-98C2-A7245E39FD2A}" presName="node" presStyleLbl="alignAccFollowNode1" presStyleIdx="12" presStyleCnt="16">
        <dgm:presLayoutVars>
          <dgm:bulletEnabled val="1"/>
        </dgm:presLayoutVars>
      </dgm:prSet>
      <dgm:spPr/>
    </dgm:pt>
    <dgm:pt modelId="{6E702A1A-2401-4D4A-8AFB-7421E1A3F99D}" type="pres">
      <dgm:prSet presAssocID="{E984392C-025E-478C-8EBF-D5AF7E0F50FA}" presName="sibTrans" presStyleCnt="0"/>
      <dgm:spPr/>
    </dgm:pt>
    <dgm:pt modelId="{5890029E-6ACE-4BDF-8044-F00AD3C8D53B}" type="pres">
      <dgm:prSet presAssocID="{CEEFB37E-DF14-486B-B19B-7861B7EA7792}" presName="node" presStyleLbl="alignAccFollowNode1" presStyleIdx="13" presStyleCnt="16">
        <dgm:presLayoutVars>
          <dgm:bulletEnabled val="1"/>
        </dgm:presLayoutVars>
      </dgm:prSet>
      <dgm:spPr/>
    </dgm:pt>
    <dgm:pt modelId="{ADBCD41B-FC54-4BFE-9B86-CB6C6231EB96}" type="pres">
      <dgm:prSet presAssocID="{BDD76855-96CC-4F7C-82B2-D859185E6211}" presName="sibTrans" presStyleCnt="0"/>
      <dgm:spPr/>
    </dgm:pt>
    <dgm:pt modelId="{532B11E9-B13F-4A27-AD1B-73F26A840183}" type="pres">
      <dgm:prSet presAssocID="{271D81D3-4DCF-4364-87BA-1FDED3EAE09C}" presName="node" presStyleLbl="alignAccFollowNode1" presStyleIdx="14" presStyleCnt="16">
        <dgm:presLayoutVars>
          <dgm:bulletEnabled val="1"/>
        </dgm:presLayoutVars>
      </dgm:prSet>
      <dgm:spPr/>
    </dgm:pt>
    <dgm:pt modelId="{A3282888-182A-43AE-992D-9A7DB845B0A1}" type="pres">
      <dgm:prSet presAssocID="{4217E04B-0814-4242-89B5-778562B204F5}" presName="sibTrans" presStyleCnt="0"/>
      <dgm:spPr/>
    </dgm:pt>
    <dgm:pt modelId="{ED6BD10E-EA5E-4420-B97C-3C0232F26250}" type="pres">
      <dgm:prSet presAssocID="{6BC08598-6B29-4B35-9F00-D2FD4C3249D1}" presName="node" presStyleLbl="alignAccFollowNode1" presStyleIdx="15" presStyleCnt="16">
        <dgm:presLayoutVars>
          <dgm:bulletEnabled val="1"/>
        </dgm:presLayoutVars>
      </dgm:prSet>
      <dgm:spPr/>
    </dgm:pt>
  </dgm:ptLst>
  <dgm:cxnLst>
    <dgm:cxn modelId="{6E0B5F00-0A7E-45BC-BE54-29C4F8A50A9C}" type="presOf" srcId="{6BC08598-6B29-4B35-9F00-D2FD4C3249D1}" destId="{ED6BD10E-EA5E-4420-B97C-3C0232F26250}" srcOrd="0" destOrd="0" presId="urn:microsoft.com/office/officeart/2005/8/layout/lProcess3"/>
    <dgm:cxn modelId="{60626E06-7B64-4C4F-B6BA-4A9B033E2A4D}" type="presOf" srcId="{F523ABD8-4C1A-46D3-871B-142E0A7A887F}" destId="{0A18222C-6D3F-4159-8F5C-113EF125D436}" srcOrd="0" destOrd="0" presId="urn:microsoft.com/office/officeart/2005/8/layout/lProcess3"/>
    <dgm:cxn modelId="{3A361808-A5C4-4E2C-86F6-28345A87FE50}" type="presOf" srcId="{A62DB7D3-C3C9-4A19-8815-0F930B27A7C2}" destId="{44F98133-2721-46FB-942F-C7D87F825E51}" srcOrd="0" destOrd="0" presId="urn:microsoft.com/office/officeart/2005/8/layout/lProcess3"/>
    <dgm:cxn modelId="{C28D640E-5DD9-4418-B957-58A9321BB2A4}" srcId="{D4335485-5A2B-422B-82AC-C2770B375034}" destId="{A62DB7D3-C3C9-4A19-8815-0F930B27A7C2}" srcOrd="0" destOrd="0" parTransId="{C4CE9133-B1F4-4685-8FAC-952A6679CC14}" sibTransId="{A2EDC7FA-0D05-4529-A085-BEBE2C64B521}"/>
    <dgm:cxn modelId="{478A5013-1984-4A2F-855E-B85F6CAE6E16}" type="presOf" srcId="{28A2E821-1CB6-40E2-9850-F3D4EB1E3B6E}" destId="{F645FD1E-226F-49D1-BD2A-CE4425150B1C}" srcOrd="0" destOrd="0" presId="urn:microsoft.com/office/officeart/2005/8/layout/lProcess3"/>
    <dgm:cxn modelId="{B2D0AF16-121B-4C3F-824F-AA846EEBFAED}" type="presOf" srcId="{5D7F28AD-F38F-4F88-9327-C2F0FF8C8509}" destId="{9B14189E-7336-46B5-BF1A-24644BC8B3FB}" srcOrd="0" destOrd="0" presId="urn:microsoft.com/office/officeart/2005/8/layout/lProcess3"/>
    <dgm:cxn modelId="{0C054119-F8FA-49A7-B33A-F29A367C2F94}" srcId="{28A2E821-1CB6-40E2-9850-F3D4EB1E3B6E}" destId="{3C2130AD-770A-4DEE-A4A6-E30F34565AD5}" srcOrd="0" destOrd="0" parTransId="{E41DE403-BC81-449B-B8E6-D57D81E7C6FB}" sibTransId="{E5422424-31C4-4B05-A80D-2678FBED3669}"/>
    <dgm:cxn modelId="{558A371E-B52C-4298-910E-94C899409BB9}" srcId="{28A2E821-1CB6-40E2-9850-F3D4EB1E3B6E}" destId="{AFAA6653-A5BC-4536-A010-E6C21C685E5E}" srcOrd="2" destOrd="0" parTransId="{F133701F-8B56-4DE2-9327-6145A69AA791}" sibTransId="{087ACEAD-BE0C-4F86-937F-4ACB9D954050}"/>
    <dgm:cxn modelId="{B7B32121-BAF7-4D21-9756-891352236D53}" srcId="{28A2E821-1CB6-40E2-9850-F3D4EB1E3B6E}" destId="{578D8E01-3972-4759-AC4E-8375DA231B9C}" srcOrd="1" destOrd="0" parTransId="{14668EEA-5337-416C-A3D7-79B2C2C908C8}" sibTransId="{3BDE70C5-D40C-4C16-A98D-3DA65A7FD80E}"/>
    <dgm:cxn modelId="{1E3E1324-CC5E-48AF-9569-ABBF404A40F6}" type="presOf" srcId="{390EC2F6-D1A0-405D-90A7-9E67A8A8413F}" destId="{F4F5531B-043E-4B23-B2F6-DF16BA628D5E}" srcOrd="0" destOrd="0" presId="urn:microsoft.com/office/officeart/2005/8/layout/lProcess3"/>
    <dgm:cxn modelId="{BFEC5740-E4EC-4477-ACAB-FDCD89C65383}" type="presOf" srcId="{AA13F60E-E0E1-4628-BE9A-4A5B41B1C918}" destId="{39317B35-5458-4F0B-87EF-659BE27F989A}" srcOrd="0" destOrd="1" presId="urn:microsoft.com/office/officeart/2005/8/layout/lProcess3"/>
    <dgm:cxn modelId="{B4402361-6A6A-48CF-AB05-D1509E4C60BB}" srcId="{1D85E24E-4126-4023-AE35-9A4C814B0DE0}" destId="{779521FB-DCDE-4E7C-857F-027650CFAB92}" srcOrd="0" destOrd="0" parTransId="{63657D12-24C0-4D7D-A052-E1884FE0CB8E}" sibTransId="{5D9CB4C2-E76C-47F7-8508-B19F4FC85721}"/>
    <dgm:cxn modelId="{0C8A3541-2646-46AD-8189-7604DE669E0E}" type="presOf" srcId="{9909517F-5AE0-4C8D-A627-3625E9875C71}" destId="{A83DCB56-8146-47ED-968F-FFAC4DB214E5}" srcOrd="0" destOrd="0" presId="urn:microsoft.com/office/officeart/2005/8/layout/lProcess3"/>
    <dgm:cxn modelId="{37E35F42-6F5C-4D0E-80C9-F09183CAA4AC}" srcId="{1D85E24E-4126-4023-AE35-9A4C814B0DE0}" destId="{5F3C4ABE-7A71-4ABB-BF7D-E42D42291D99}" srcOrd="1" destOrd="0" parTransId="{3221A4C9-7D0B-4398-90CE-5B881C92DC7C}" sibTransId="{2BC8430D-4C1B-403A-B864-CE84F774EF01}"/>
    <dgm:cxn modelId="{FEA9BD6A-087C-47B9-9003-DB0B8B0F7973}" type="presOf" srcId="{1D85E24E-4126-4023-AE35-9A4C814B0DE0}" destId="{E95E629C-E8D9-439E-928E-246B7C919293}" srcOrd="0" destOrd="0" presId="urn:microsoft.com/office/officeart/2005/8/layout/lProcess3"/>
    <dgm:cxn modelId="{6A9F206D-F4DE-40DA-9B77-20AA07145ACB}" srcId="{D4335485-5A2B-422B-82AC-C2770B375034}" destId="{84C9792D-EEAB-4B09-B69E-C67BCCAAC094}" srcOrd="3" destOrd="0" parTransId="{465B02EA-47FC-4A1B-8778-689140B392CE}" sibTransId="{3EB25041-6016-41CD-AA81-3D4EF50D353F}"/>
    <dgm:cxn modelId="{F2ED6F52-EE5E-42FC-8A97-18DE50541435}" srcId="{CFEC898F-00EA-4210-8BEC-960D429E8EA8}" destId="{1D85E24E-4126-4023-AE35-9A4C814B0DE0}" srcOrd="0" destOrd="0" parTransId="{A6D7B3D6-59B0-494D-8361-C0B6D011C30E}" sibTransId="{97874FD0-24F3-483D-AD5F-AFAA37DFBCC8}"/>
    <dgm:cxn modelId="{8C8A7B72-8610-4A87-A014-5E99CBDAE68F}" type="presOf" srcId="{578D8E01-3972-4759-AC4E-8375DA231B9C}" destId="{2758EFA7-B78E-4E67-AE23-A4C28B315C2D}" srcOrd="0" destOrd="0" presId="urn:microsoft.com/office/officeart/2005/8/layout/lProcess3"/>
    <dgm:cxn modelId="{9F394853-E48D-4EBC-AF34-DB1196E3EE58}" srcId="{390EC2F6-D1A0-405D-90A7-9E67A8A8413F}" destId="{5D7F28AD-F38F-4F88-9327-C2F0FF8C8509}" srcOrd="1" destOrd="0" parTransId="{3D9990BC-10EA-487E-B6CD-7C6B10AB8952}" sibTransId="{A34E793B-1F24-4FD5-9A61-1CB1CC1F65D9}"/>
    <dgm:cxn modelId="{C4009754-EA7D-4D7C-9333-4C9C9B0B0DA9}" srcId="{F523ABD8-4C1A-46D3-871B-142E0A7A887F}" destId="{CEEFB37E-DF14-486B-B19B-7861B7EA7792}" srcOrd="2" destOrd="0" parTransId="{D05B22E0-734A-4911-8AB8-EC6B7F0DB5A3}" sibTransId="{BDD76855-96CC-4F7C-82B2-D859185E6211}"/>
    <dgm:cxn modelId="{B3324D7A-69D9-4A4C-9552-35BB35E97BEF}" srcId="{779521FB-DCDE-4E7C-857F-027650CFAB92}" destId="{AA13F60E-E0E1-4628-BE9A-4A5B41B1C918}" srcOrd="0" destOrd="0" parTransId="{0EC9CD1D-2AC6-4829-B163-DB293E1118D6}" sibTransId="{0074B8C5-BC18-4901-975B-096F04B9AE49}"/>
    <dgm:cxn modelId="{71CE5A7C-58BD-46FB-A6F0-D94C7163C637}" srcId="{CFEC898F-00EA-4210-8BEC-960D429E8EA8}" destId="{28A2E821-1CB6-40E2-9850-F3D4EB1E3B6E}" srcOrd="3" destOrd="0" parTransId="{2B15A66C-FC07-4293-840E-968371561A44}" sibTransId="{D9090C32-FC0F-489F-A6E0-EDD35C0B0FE9}"/>
    <dgm:cxn modelId="{46F65C85-D08B-4BFF-A795-579CEA67A971}" srcId="{D4335485-5A2B-422B-82AC-C2770B375034}" destId="{3502FB88-5D63-4FA7-B311-F00601262640}" srcOrd="2" destOrd="0" parTransId="{17DF3289-B7CA-464B-A4EA-50664CB4CF57}" sibTransId="{8EF7FE34-9A65-40BF-965E-35E14842DED3}"/>
    <dgm:cxn modelId="{FE011988-2457-4C2B-83BA-C5CFA46AE70B}" srcId="{F523ABD8-4C1A-46D3-871B-142E0A7A887F}" destId="{6BC08598-6B29-4B35-9F00-D2FD4C3249D1}" srcOrd="4" destOrd="0" parTransId="{C595D7DD-2C98-45C7-A5AD-42FB722D44F1}" sibTransId="{E2A0DEEF-1B16-4110-9BDD-6950FFA477C1}"/>
    <dgm:cxn modelId="{AA7F898C-F42F-4AF6-925A-FC1A0B8A1D45}" type="presOf" srcId="{0936E723-7B18-4230-9B23-65B3DDFDB3DA}" destId="{72763EDF-C35B-46C9-9386-9908CDEEC80D}" srcOrd="0" destOrd="0" presId="urn:microsoft.com/office/officeart/2005/8/layout/lProcess3"/>
    <dgm:cxn modelId="{D67C9597-228A-4ABB-9D4E-64243A850B79}" type="presOf" srcId="{779521FB-DCDE-4E7C-857F-027650CFAB92}" destId="{39317B35-5458-4F0B-87EF-659BE27F989A}" srcOrd="0" destOrd="0" presId="urn:microsoft.com/office/officeart/2005/8/layout/lProcess3"/>
    <dgm:cxn modelId="{0CBFC3A0-8BD2-4898-9B1F-2994980231EF}" type="presOf" srcId="{95C9602D-14F9-431A-A3E3-BA1E6D48B313}" destId="{41E69AD2-E596-4EF6-98FA-243E2377E568}" srcOrd="0" destOrd="0" presId="urn:microsoft.com/office/officeart/2005/8/layout/lProcess3"/>
    <dgm:cxn modelId="{AB5803A3-AB31-4729-BC05-EB1809401D43}" type="presOf" srcId="{CFEC898F-00EA-4210-8BEC-960D429E8EA8}" destId="{A06BEDF4-80D1-4B1E-9C00-6ACB0F353967}" srcOrd="0" destOrd="0" presId="urn:microsoft.com/office/officeart/2005/8/layout/lProcess3"/>
    <dgm:cxn modelId="{93DF3DA4-1202-46B6-9B6D-FF91A3598F04}" type="presOf" srcId="{3502FB88-5D63-4FA7-B311-F00601262640}" destId="{90A0C555-E94A-4BB8-BE0C-54EAC00C2F84}" srcOrd="0" destOrd="0" presId="urn:microsoft.com/office/officeart/2005/8/layout/lProcess3"/>
    <dgm:cxn modelId="{D6974AA9-C460-4935-9A8A-9AC024DED2B7}" srcId="{CFEC898F-00EA-4210-8BEC-960D429E8EA8}" destId="{390EC2F6-D1A0-405D-90A7-9E67A8A8413F}" srcOrd="2" destOrd="0" parTransId="{5B3BAE17-F8C1-489A-BDAE-4B6A0BF8D194}" sibTransId="{269F186A-AE73-4736-8FA4-8E4FD009B710}"/>
    <dgm:cxn modelId="{E55406B2-38C6-4F13-81A4-100AF81C238E}" type="presOf" srcId="{271D81D3-4DCF-4364-87BA-1FDED3EAE09C}" destId="{532B11E9-B13F-4A27-AD1B-73F26A840183}" srcOrd="0" destOrd="0" presId="urn:microsoft.com/office/officeart/2005/8/layout/lProcess3"/>
    <dgm:cxn modelId="{DB77EDB6-F509-41C8-B62C-899A450031C4}" type="presOf" srcId="{CEEFB37E-DF14-486B-B19B-7861B7EA7792}" destId="{5890029E-6ACE-4BDF-8044-F00AD3C8D53B}" srcOrd="0" destOrd="0" presId="urn:microsoft.com/office/officeart/2005/8/layout/lProcess3"/>
    <dgm:cxn modelId="{8BEEB3B9-DC78-45FC-A6B8-FA2777C7948C}" type="presOf" srcId="{3C2130AD-770A-4DEE-A4A6-E30F34565AD5}" destId="{4BF7C978-A459-4E18-9EE7-06970C2411C3}" srcOrd="0" destOrd="0" presId="urn:microsoft.com/office/officeart/2005/8/layout/lProcess3"/>
    <dgm:cxn modelId="{4575D8C8-8E07-41C0-943F-372555AF2308}" type="presOf" srcId="{D4335485-5A2B-422B-82AC-C2770B375034}" destId="{E29178A5-BFDD-4645-BEFA-5D16B465AA1D}" srcOrd="0" destOrd="0" presId="urn:microsoft.com/office/officeart/2005/8/layout/lProcess3"/>
    <dgm:cxn modelId="{D089B5D9-BD28-44AA-9326-B1AD1925B489}" srcId="{F523ABD8-4C1A-46D3-871B-142E0A7A887F}" destId="{271D81D3-4DCF-4364-87BA-1FDED3EAE09C}" srcOrd="3" destOrd="0" parTransId="{B7D627E6-62AE-4189-B03F-C78D1F02E9A6}" sibTransId="{4217E04B-0814-4242-89B5-778562B204F5}"/>
    <dgm:cxn modelId="{EB3B4BDB-33F6-4A9E-B67F-6180F69910BC}" type="presOf" srcId="{FCB952D9-08F2-4848-98C2-A7245E39FD2A}" destId="{9682BE7B-2246-4E64-8178-11BED23FE215}" srcOrd="0" destOrd="0" presId="urn:microsoft.com/office/officeart/2005/8/layout/lProcess3"/>
    <dgm:cxn modelId="{0F8951DB-DCA2-402A-BC46-34BF356E5259}" type="presOf" srcId="{84C9792D-EEAB-4B09-B69E-C67BCCAAC094}" destId="{04F29A40-2A5F-49D4-9AFB-E25BADBC8215}" srcOrd="0" destOrd="0" presId="urn:microsoft.com/office/officeart/2005/8/layout/lProcess3"/>
    <dgm:cxn modelId="{0033BFDE-7F27-4291-9BA2-10ACC4D4315D}" srcId="{F523ABD8-4C1A-46D3-871B-142E0A7A887F}" destId="{9909517F-5AE0-4C8D-A627-3625E9875C71}" srcOrd="0" destOrd="0" parTransId="{8AE3F67C-8E91-4F02-9226-82141CD34A7E}" sibTransId="{1F6F2986-3295-4221-85FF-EB3A23E5C2D8}"/>
    <dgm:cxn modelId="{37C452DF-D84A-434A-916B-3DE485FCB036}" srcId="{CFEC898F-00EA-4210-8BEC-960D429E8EA8}" destId="{F523ABD8-4C1A-46D3-871B-142E0A7A887F}" srcOrd="4" destOrd="0" parTransId="{6CAE7613-153A-4A76-A81A-72D1061E330D}" sibTransId="{DADCA49F-FDE0-4E17-8B67-0C39AEFEE936}"/>
    <dgm:cxn modelId="{E3B4A8E7-B141-42AE-B0D2-AF649B5BF5DF}" type="presOf" srcId="{5F3C4ABE-7A71-4ABB-BF7D-E42D42291D99}" destId="{3C29CC4C-070B-4D7F-8CDC-920D94D87C76}" srcOrd="0" destOrd="0" presId="urn:microsoft.com/office/officeart/2005/8/layout/lProcess3"/>
    <dgm:cxn modelId="{780A28EE-96B4-4B08-9266-9B381FE632AA}" type="presOf" srcId="{AFAA6653-A5BC-4536-A010-E6C21C685E5E}" destId="{B943AB9A-D42D-4D89-BC0E-27359976872F}" srcOrd="0" destOrd="0" presId="urn:microsoft.com/office/officeart/2005/8/layout/lProcess3"/>
    <dgm:cxn modelId="{812D5DF2-2F08-4EB9-8FAB-FBF285693EC6}" srcId="{D4335485-5A2B-422B-82AC-C2770B375034}" destId="{0936E723-7B18-4230-9B23-65B3DDFDB3DA}" srcOrd="1" destOrd="0" parTransId="{F28465CB-A6A2-4488-BBD6-CFF3C2708885}" sibTransId="{C4FEB486-A11B-441C-9AE3-BD43FA495FD9}"/>
    <dgm:cxn modelId="{A42C11F5-3E1F-4D88-91CC-B04001DE8B7E}" srcId="{390EC2F6-D1A0-405D-90A7-9E67A8A8413F}" destId="{95C9602D-14F9-431A-A3E3-BA1E6D48B313}" srcOrd="0" destOrd="0" parTransId="{1BAA0175-9576-42DE-B631-39DF7CFC4704}" sibTransId="{99069C53-9AE9-44ED-AB01-8D57B7D6B75D}"/>
    <dgm:cxn modelId="{70326DF8-992E-45D2-8789-63A65768C4B4}" srcId="{F523ABD8-4C1A-46D3-871B-142E0A7A887F}" destId="{FCB952D9-08F2-4848-98C2-A7245E39FD2A}" srcOrd="1" destOrd="0" parTransId="{FF630B15-74D9-4133-86BE-C5C8BF4AFCE6}" sibTransId="{E984392C-025E-478C-8EBF-D5AF7E0F50FA}"/>
    <dgm:cxn modelId="{11954AFA-D660-4B7B-8CBE-6142EB248BB8}" srcId="{CFEC898F-00EA-4210-8BEC-960D429E8EA8}" destId="{D4335485-5A2B-422B-82AC-C2770B375034}" srcOrd="1" destOrd="0" parTransId="{F66B9131-4B4E-4561-A504-72751AEEFDA8}" sibTransId="{32A49B94-E9DE-4F92-85BB-3F5456BBD811}"/>
    <dgm:cxn modelId="{72A6C3F4-F647-462D-AC90-6122E782202E}" type="presParOf" srcId="{A06BEDF4-80D1-4B1E-9C00-6ACB0F353967}" destId="{379DCAFC-6726-460D-BE4C-D91282B48544}" srcOrd="0" destOrd="0" presId="urn:microsoft.com/office/officeart/2005/8/layout/lProcess3"/>
    <dgm:cxn modelId="{B5F9354D-1C30-419D-84EC-2107A789FE73}" type="presParOf" srcId="{379DCAFC-6726-460D-BE4C-D91282B48544}" destId="{E95E629C-E8D9-439E-928E-246B7C919293}" srcOrd="0" destOrd="0" presId="urn:microsoft.com/office/officeart/2005/8/layout/lProcess3"/>
    <dgm:cxn modelId="{26C0241F-CFD2-438D-BF73-0B4ED8F44567}" type="presParOf" srcId="{379DCAFC-6726-460D-BE4C-D91282B48544}" destId="{B5A0ECB1-705A-4D13-8EDA-0B341B8C420B}" srcOrd="1" destOrd="0" presId="urn:microsoft.com/office/officeart/2005/8/layout/lProcess3"/>
    <dgm:cxn modelId="{A4025F5E-02BE-4E3A-974C-05433C596DCD}" type="presParOf" srcId="{379DCAFC-6726-460D-BE4C-D91282B48544}" destId="{39317B35-5458-4F0B-87EF-659BE27F989A}" srcOrd="2" destOrd="0" presId="urn:microsoft.com/office/officeart/2005/8/layout/lProcess3"/>
    <dgm:cxn modelId="{B376440E-592D-42C1-8F51-0B4FAFCFC171}" type="presParOf" srcId="{379DCAFC-6726-460D-BE4C-D91282B48544}" destId="{0A27AA13-C3A3-48B5-A0C6-D2B3923AA8CA}" srcOrd="3" destOrd="0" presId="urn:microsoft.com/office/officeart/2005/8/layout/lProcess3"/>
    <dgm:cxn modelId="{86897D97-7FA5-497D-BA1A-D23F03801814}" type="presParOf" srcId="{379DCAFC-6726-460D-BE4C-D91282B48544}" destId="{3C29CC4C-070B-4D7F-8CDC-920D94D87C76}" srcOrd="4" destOrd="0" presId="urn:microsoft.com/office/officeart/2005/8/layout/lProcess3"/>
    <dgm:cxn modelId="{7B4EEF5E-1C66-4B25-ACF9-3A4C88DD325B}" type="presParOf" srcId="{A06BEDF4-80D1-4B1E-9C00-6ACB0F353967}" destId="{6F6D0BB4-7167-4839-839B-C1066742FB15}" srcOrd="1" destOrd="0" presId="urn:microsoft.com/office/officeart/2005/8/layout/lProcess3"/>
    <dgm:cxn modelId="{C6638417-FFF4-4972-AAD5-015C12F4D258}" type="presParOf" srcId="{A06BEDF4-80D1-4B1E-9C00-6ACB0F353967}" destId="{18ECFD19-CFDF-4E86-89C3-955705B80E9A}" srcOrd="2" destOrd="0" presId="urn:microsoft.com/office/officeart/2005/8/layout/lProcess3"/>
    <dgm:cxn modelId="{990DF2FC-E9D6-4352-B0A9-23286BFA552A}" type="presParOf" srcId="{18ECFD19-CFDF-4E86-89C3-955705B80E9A}" destId="{E29178A5-BFDD-4645-BEFA-5D16B465AA1D}" srcOrd="0" destOrd="0" presId="urn:microsoft.com/office/officeart/2005/8/layout/lProcess3"/>
    <dgm:cxn modelId="{DCD1C53D-16AE-4F2F-8E51-E2D0D558C910}" type="presParOf" srcId="{18ECFD19-CFDF-4E86-89C3-955705B80E9A}" destId="{EDB08DB9-A88B-41D6-A8C3-60B91E7289BE}" srcOrd="1" destOrd="0" presId="urn:microsoft.com/office/officeart/2005/8/layout/lProcess3"/>
    <dgm:cxn modelId="{0426DC76-0495-4957-A048-0C7F73F5FC05}" type="presParOf" srcId="{18ECFD19-CFDF-4E86-89C3-955705B80E9A}" destId="{44F98133-2721-46FB-942F-C7D87F825E51}" srcOrd="2" destOrd="0" presId="urn:microsoft.com/office/officeart/2005/8/layout/lProcess3"/>
    <dgm:cxn modelId="{801388D7-9F70-4046-8050-162FDCF8B2C9}" type="presParOf" srcId="{18ECFD19-CFDF-4E86-89C3-955705B80E9A}" destId="{AA20492A-2581-4EB6-A22D-93BF945105E0}" srcOrd="3" destOrd="0" presId="urn:microsoft.com/office/officeart/2005/8/layout/lProcess3"/>
    <dgm:cxn modelId="{81491E56-2351-41D8-B666-5F08D44B36E2}" type="presParOf" srcId="{18ECFD19-CFDF-4E86-89C3-955705B80E9A}" destId="{72763EDF-C35B-46C9-9386-9908CDEEC80D}" srcOrd="4" destOrd="0" presId="urn:microsoft.com/office/officeart/2005/8/layout/lProcess3"/>
    <dgm:cxn modelId="{A27ECEBF-3705-4C6E-8A4E-255C16BE3482}" type="presParOf" srcId="{18ECFD19-CFDF-4E86-89C3-955705B80E9A}" destId="{5CCC043C-9673-4597-8167-E992C45C1DCB}" srcOrd="5" destOrd="0" presId="urn:microsoft.com/office/officeart/2005/8/layout/lProcess3"/>
    <dgm:cxn modelId="{D8B71223-C10C-4B6F-88DD-E297E380C733}" type="presParOf" srcId="{18ECFD19-CFDF-4E86-89C3-955705B80E9A}" destId="{90A0C555-E94A-4BB8-BE0C-54EAC00C2F84}" srcOrd="6" destOrd="0" presId="urn:microsoft.com/office/officeart/2005/8/layout/lProcess3"/>
    <dgm:cxn modelId="{9EF46544-BBBB-4C59-BD3F-FAF84250E0AC}" type="presParOf" srcId="{18ECFD19-CFDF-4E86-89C3-955705B80E9A}" destId="{05D9E9BB-94FD-40BB-9392-AFB54D9559E9}" srcOrd="7" destOrd="0" presId="urn:microsoft.com/office/officeart/2005/8/layout/lProcess3"/>
    <dgm:cxn modelId="{293B75C6-B87B-4485-9C9B-12A6C8289D64}" type="presParOf" srcId="{18ECFD19-CFDF-4E86-89C3-955705B80E9A}" destId="{04F29A40-2A5F-49D4-9AFB-E25BADBC8215}" srcOrd="8" destOrd="0" presId="urn:microsoft.com/office/officeart/2005/8/layout/lProcess3"/>
    <dgm:cxn modelId="{26B04DC7-CC02-4556-BFD4-7567883E353C}" type="presParOf" srcId="{A06BEDF4-80D1-4B1E-9C00-6ACB0F353967}" destId="{0A17549B-0517-4A81-9D40-44A614A66EFC}" srcOrd="3" destOrd="0" presId="urn:microsoft.com/office/officeart/2005/8/layout/lProcess3"/>
    <dgm:cxn modelId="{CE83AF47-BA7C-423C-A990-AB8E7C762679}" type="presParOf" srcId="{A06BEDF4-80D1-4B1E-9C00-6ACB0F353967}" destId="{24BB9FD2-5F38-4FBB-9D45-8CE7E69CEA1F}" srcOrd="4" destOrd="0" presId="urn:microsoft.com/office/officeart/2005/8/layout/lProcess3"/>
    <dgm:cxn modelId="{BC41BBBF-C401-42B9-BA18-B227D36799A6}" type="presParOf" srcId="{24BB9FD2-5F38-4FBB-9D45-8CE7E69CEA1F}" destId="{F4F5531B-043E-4B23-B2F6-DF16BA628D5E}" srcOrd="0" destOrd="0" presId="urn:microsoft.com/office/officeart/2005/8/layout/lProcess3"/>
    <dgm:cxn modelId="{538ACE65-CC76-4827-AD47-4DA243930908}" type="presParOf" srcId="{24BB9FD2-5F38-4FBB-9D45-8CE7E69CEA1F}" destId="{FD04253A-684F-4771-854D-CF61DCEF88AE}" srcOrd="1" destOrd="0" presId="urn:microsoft.com/office/officeart/2005/8/layout/lProcess3"/>
    <dgm:cxn modelId="{67063CBA-9EE4-47E5-9E59-9F5F50E69153}" type="presParOf" srcId="{24BB9FD2-5F38-4FBB-9D45-8CE7E69CEA1F}" destId="{41E69AD2-E596-4EF6-98FA-243E2377E568}" srcOrd="2" destOrd="0" presId="urn:microsoft.com/office/officeart/2005/8/layout/lProcess3"/>
    <dgm:cxn modelId="{2BCFD57F-B24B-4BEC-BB1A-CB023A383953}" type="presParOf" srcId="{24BB9FD2-5F38-4FBB-9D45-8CE7E69CEA1F}" destId="{742B2AEA-47AE-46D9-8929-9F9C387177AC}" srcOrd="3" destOrd="0" presId="urn:microsoft.com/office/officeart/2005/8/layout/lProcess3"/>
    <dgm:cxn modelId="{2D480788-8B1A-4097-9A0F-6BB01FE0178D}" type="presParOf" srcId="{24BB9FD2-5F38-4FBB-9D45-8CE7E69CEA1F}" destId="{9B14189E-7336-46B5-BF1A-24644BC8B3FB}" srcOrd="4" destOrd="0" presId="urn:microsoft.com/office/officeart/2005/8/layout/lProcess3"/>
    <dgm:cxn modelId="{9D5DD21A-6C88-4156-809C-587E04BE9435}" type="presParOf" srcId="{A06BEDF4-80D1-4B1E-9C00-6ACB0F353967}" destId="{741B8E4C-95A9-4984-8BD2-E6028D7697AA}" srcOrd="5" destOrd="0" presId="urn:microsoft.com/office/officeart/2005/8/layout/lProcess3"/>
    <dgm:cxn modelId="{434F04AA-D6B1-4176-BEA0-5C47FC813D00}" type="presParOf" srcId="{A06BEDF4-80D1-4B1E-9C00-6ACB0F353967}" destId="{D184D977-3D7E-4384-A804-AA50BE04D667}" srcOrd="6" destOrd="0" presId="urn:microsoft.com/office/officeart/2005/8/layout/lProcess3"/>
    <dgm:cxn modelId="{F7922FB3-9EED-49FE-9D59-35599EE4C32F}" type="presParOf" srcId="{D184D977-3D7E-4384-A804-AA50BE04D667}" destId="{F645FD1E-226F-49D1-BD2A-CE4425150B1C}" srcOrd="0" destOrd="0" presId="urn:microsoft.com/office/officeart/2005/8/layout/lProcess3"/>
    <dgm:cxn modelId="{AC86DEB7-8118-48F6-9B22-FA43E9985D54}" type="presParOf" srcId="{D184D977-3D7E-4384-A804-AA50BE04D667}" destId="{A3D0CFE2-94AE-4553-A9C9-3AEC350618F2}" srcOrd="1" destOrd="0" presId="urn:microsoft.com/office/officeart/2005/8/layout/lProcess3"/>
    <dgm:cxn modelId="{BDB9A095-2A7D-4FA3-8D67-0EBF88A3B9E2}" type="presParOf" srcId="{D184D977-3D7E-4384-A804-AA50BE04D667}" destId="{4BF7C978-A459-4E18-9EE7-06970C2411C3}" srcOrd="2" destOrd="0" presId="urn:microsoft.com/office/officeart/2005/8/layout/lProcess3"/>
    <dgm:cxn modelId="{8F7579DA-87C9-4EFF-9FE7-8C0788B9B02B}" type="presParOf" srcId="{D184D977-3D7E-4384-A804-AA50BE04D667}" destId="{5105DAFA-EA1E-47A5-A12D-B122F927DA04}" srcOrd="3" destOrd="0" presId="urn:microsoft.com/office/officeart/2005/8/layout/lProcess3"/>
    <dgm:cxn modelId="{D64B29EE-6A17-47D8-9B89-E06495BD4ABE}" type="presParOf" srcId="{D184D977-3D7E-4384-A804-AA50BE04D667}" destId="{2758EFA7-B78E-4E67-AE23-A4C28B315C2D}" srcOrd="4" destOrd="0" presId="urn:microsoft.com/office/officeart/2005/8/layout/lProcess3"/>
    <dgm:cxn modelId="{617474F5-C3E3-4911-8018-E04A7D3F9C1B}" type="presParOf" srcId="{D184D977-3D7E-4384-A804-AA50BE04D667}" destId="{70302C7A-FC17-471E-A738-E866EFAD69A2}" srcOrd="5" destOrd="0" presId="urn:microsoft.com/office/officeart/2005/8/layout/lProcess3"/>
    <dgm:cxn modelId="{BE8EAA69-9044-4F1C-8266-3735CC765ACC}" type="presParOf" srcId="{D184D977-3D7E-4384-A804-AA50BE04D667}" destId="{B943AB9A-D42D-4D89-BC0E-27359976872F}" srcOrd="6" destOrd="0" presId="urn:microsoft.com/office/officeart/2005/8/layout/lProcess3"/>
    <dgm:cxn modelId="{2DCEBB8C-5E16-40FD-B1B4-8B3BF36FCE66}" type="presParOf" srcId="{A06BEDF4-80D1-4B1E-9C00-6ACB0F353967}" destId="{183CA129-D555-4D4B-BBA2-4F7F9F5D00ED}" srcOrd="7" destOrd="0" presId="urn:microsoft.com/office/officeart/2005/8/layout/lProcess3"/>
    <dgm:cxn modelId="{ED1C522F-28AC-49D3-B2FD-ED52A9C60F95}" type="presParOf" srcId="{A06BEDF4-80D1-4B1E-9C00-6ACB0F353967}" destId="{AAC31AF4-DB06-4BB2-BAB5-6AC6FABEC2A2}" srcOrd="8" destOrd="0" presId="urn:microsoft.com/office/officeart/2005/8/layout/lProcess3"/>
    <dgm:cxn modelId="{07724B9B-84EC-4163-B1AE-FFF49B682E2B}" type="presParOf" srcId="{AAC31AF4-DB06-4BB2-BAB5-6AC6FABEC2A2}" destId="{0A18222C-6D3F-4159-8F5C-113EF125D436}" srcOrd="0" destOrd="0" presId="urn:microsoft.com/office/officeart/2005/8/layout/lProcess3"/>
    <dgm:cxn modelId="{B83F24DC-EB6C-4AA6-8371-3E9762289E51}" type="presParOf" srcId="{AAC31AF4-DB06-4BB2-BAB5-6AC6FABEC2A2}" destId="{70364DDF-7B37-4041-BB6C-09A352FF36E3}" srcOrd="1" destOrd="0" presId="urn:microsoft.com/office/officeart/2005/8/layout/lProcess3"/>
    <dgm:cxn modelId="{1C073767-F99D-48C6-B619-0F7BF3EBBAFB}" type="presParOf" srcId="{AAC31AF4-DB06-4BB2-BAB5-6AC6FABEC2A2}" destId="{A83DCB56-8146-47ED-968F-FFAC4DB214E5}" srcOrd="2" destOrd="0" presId="urn:microsoft.com/office/officeart/2005/8/layout/lProcess3"/>
    <dgm:cxn modelId="{4F28458C-623D-4AE7-AE95-936492145E03}" type="presParOf" srcId="{AAC31AF4-DB06-4BB2-BAB5-6AC6FABEC2A2}" destId="{09657B8E-EDCE-4CE6-BE42-AAC14F9BCE7A}" srcOrd="3" destOrd="0" presId="urn:microsoft.com/office/officeart/2005/8/layout/lProcess3"/>
    <dgm:cxn modelId="{666FABF6-7454-4A79-B615-3DC66F593A14}" type="presParOf" srcId="{AAC31AF4-DB06-4BB2-BAB5-6AC6FABEC2A2}" destId="{9682BE7B-2246-4E64-8178-11BED23FE215}" srcOrd="4" destOrd="0" presId="urn:microsoft.com/office/officeart/2005/8/layout/lProcess3"/>
    <dgm:cxn modelId="{8D416F44-00CE-480C-9519-3E3051BD3C90}" type="presParOf" srcId="{AAC31AF4-DB06-4BB2-BAB5-6AC6FABEC2A2}" destId="{6E702A1A-2401-4D4A-8AFB-7421E1A3F99D}" srcOrd="5" destOrd="0" presId="urn:microsoft.com/office/officeart/2005/8/layout/lProcess3"/>
    <dgm:cxn modelId="{B2A491DD-4EF0-4647-8571-659AB4D44334}" type="presParOf" srcId="{AAC31AF4-DB06-4BB2-BAB5-6AC6FABEC2A2}" destId="{5890029E-6ACE-4BDF-8044-F00AD3C8D53B}" srcOrd="6" destOrd="0" presId="urn:microsoft.com/office/officeart/2005/8/layout/lProcess3"/>
    <dgm:cxn modelId="{762656B1-7F1F-47DB-890E-E0753BC13B6F}" type="presParOf" srcId="{AAC31AF4-DB06-4BB2-BAB5-6AC6FABEC2A2}" destId="{ADBCD41B-FC54-4BFE-9B86-CB6C6231EB96}" srcOrd="7" destOrd="0" presId="urn:microsoft.com/office/officeart/2005/8/layout/lProcess3"/>
    <dgm:cxn modelId="{B230A883-58BB-44E4-8381-03C402A7AFEC}" type="presParOf" srcId="{AAC31AF4-DB06-4BB2-BAB5-6AC6FABEC2A2}" destId="{532B11E9-B13F-4A27-AD1B-73F26A840183}" srcOrd="8" destOrd="0" presId="urn:microsoft.com/office/officeart/2005/8/layout/lProcess3"/>
    <dgm:cxn modelId="{1BFFBBDE-E29C-44D3-8A4E-643AE3DAACA0}" type="presParOf" srcId="{AAC31AF4-DB06-4BB2-BAB5-6AC6FABEC2A2}" destId="{A3282888-182A-43AE-992D-9A7DB845B0A1}" srcOrd="9" destOrd="0" presId="urn:microsoft.com/office/officeart/2005/8/layout/lProcess3"/>
    <dgm:cxn modelId="{D2AF31A3-747A-4C1F-AB59-B9DE5E42DCE7}" type="presParOf" srcId="{AAC31AF4-DB06-4BB2-BAB5-6AC6FABEC2A2}" destId="{ED6BD10E-EA5E-4420-B97C-3C0232F26250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7DFB32B-78E3-4085-B681-3DE8276AE53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03E20FAF-B6A5-4AF5-B976-F939B6A04BA6}">
      <dgm:prSet custT="1"/>
      <dgm:spPr/>
      <dgm:t>
        <a:bodyPr/>
        <a:lstStyle/>
        <a:p>
          <a:r>
            <a:rPr lang="en-IN" sz="1000" b="1"/>
            <a:t>Objective</a:t>
          </a:r>
          <a:endParaRPr lang="en-IN" sz="1000"/>
        </a:p>
      </dgm:t>
    </dgm:pt>
    <dgm:pt modelId="{44C29C25-B19B-4DAE-9AB1-58BD1A20C662}" type="parTrans" cxnId="{2EA55C7B-88C5-42A6-AE05-BBBC76633276}">
      <dgm:prSet/>
      <dgm:spPr/>
      <dgm:t>
        <a:bodyPr/>
        <a:lstStyle/>
        <a:p>
          <a:endParaRPr lang="en-IN" sz="1000"/>
        </a:p>
      </dgm:t>
    </dgm:pt>
    <dgm:pt modelId="{2FDC8F42-3E28-4327-9B8A-94C3063DE159}" type="sibTrans" cxnId="{2EA55C7B-88C5-42A6-AE05-BBBC76633276}">
      <dgm:prSet/>
      <dgm:spPr/>
      <dgm:t>
        <a:bodyPr/>
        <a:lstStyle/>
        <a:p>
          <a:endParaRPr lang="en-IN" sz="1000"/>
        </a:p>
      </dgm:t>
    </dgm:pt>
    <dgm:pt modelId="{61AC68AE-5C22-4F8C-88CA-628626DF1317}">
      <dgm:prSet custT="1"/>
      <dgm:spPr/>
      <dgm:t>
        <a:bodyPr/>
        <a:lstStyle/>
        <a:p>
          <a:r>
            <a:rPr lang="en-IN" sz="1000"/>
            <a:t>Segment students based on </a:t>
          </a:r>
          <a:r>
            <a:rPr lang="en-IN" sz="1000" b="1"/>
            <a:t>behavioral &amp; academic patterns</a:t>
          </a:r>
          <a:br>
            <a:rPr lang="en-IN" sz="1000"/>
          </a:br>
          <a:r>
            <a:rPr lang="en-IN" sz="1000"/>
            <a:t>→ Enables </a:t>
          </a:r>
          <a:r>
            <a:rPr lang="en-IN" sz="1000" b="1"/>
            <a:t>targeted interventions</a:t>
          </a:r>
          <a:r>
            <a:rPr lang="en-IN" sz="1000"/>
            <a:t> beyond individual predictions </a:t>
          </a:r>
        </a:p>
      </dgm:t>
    </dgm:pt>
    <dgm:pt modelId="{FA6EEC49-A382-4FDB-8641-8F244DB2E13D}" type="parTrans" cxnId="{55CDCFD5-61D7-460F-8A9E-D4724C83BCFE}">
      <dgm:prSet/>
      <dgm:spPr/>
      <dgm:t>
        <a:bodyPr/>
        <a:lstStyle/>
        <a:p>
          <a:endParaRPr lang="en-IN" sz="1000"/>
        </a:p>
      </dgm:t>
    </dgm:pt>
    <dgm:pt modelId="{372AAA3A-95DA-4B73-B313-5DEF45E07DD8}" type="sibTrans" cxnId="{55CDCFD5-61D7-460F-8A9E-D4724C83BCFE}">
      <dgm:prSet/>
      <dgm:spPr/>
      <dgm:t>
        <a:bodyPr/>
        <a:lstStyle/>
        <a:p>
          <a:endParaRPr lang="en-IN" sz="1000"/>
        </a:p>
      </dgm:t>
    </dgm:pt>
    <dgm:pt modelId="{020D7CB7-1303-4AE9-B255-38A228D24378}">
      <dgm:prSet custT="1"/>
      <dgm:spPr/>
      <dgm:t>
        <a:bodyPr/>
        <a:lstStyle/>
        <a:p>
          <a:r>
            <a:rPr lang="en-IN" sz="1000" b="1"/>
            <a:t>Feature Selection</a:t>
          </a:r>
          <a:endParaRPr lang="en-IN" sz="1000"/>
        </a:p>
      </dgm:t>
    </dgm:pt>
    <dgm:pt modelId="{490C4801-B87A-4491-AF91-48EDB594DFAD}" type="parTrans" cxnId="{A18E99F5-1CD7-4BBD-8D4C-CF58138467C2}">
      <dgm:prSet/>
      <dgm:spPr/>
      <dgm:t>
        <a:bodyPr/>
        <a:lstStyle/>
        <a:p>
          <a:endParaRPr lang="en-IN" sz="1000"/>
        </a:p>
      </dgm:t>
    </dgm:pt>
    <dgm:pt modelId="{0559EBB6-DD7A-4FA6-AA4D-119CF428FD24}" type="sibTrans" cxnId="{A18E99F5-1CD7-4BBD-8D4C-CF58138467C2}">
      <dgm:prSet/>
      <dgm:spPr/>
      <dgm:t>
        <a:bodyPr/>
        <a:lstStyle/>
        <a:p>
          <a:endParaRPr lang="en-IN" sz="1000"/>
        </a:p>
      </dgm:t>
    </dgm:pt>
    <dgm:pt modelId="{E951EDD9-789D-49EB-AC02-744EE61E2A71}">
      <dgm:prSet custT="1"/>
      <dgm:spPr/>
      <dgm:t>
        <a:bodyPr/>
        <a:lstStyle/>
        <a:p>
          <a:r>
            <a:rPr lang="en-IN" sz="1000"/>
            <a:t>Excluded: </a:t>
          </a:r>
          <a:r>
            <a:rPr lang="en-IN" sz="1000" b="1"/>
            <a:t>G1, G2, G3</a:t>
          </a:r>
          <a:r>
            <a:rPr lang="en-IN" sz="1000"/>
            <a:t> (to avoid leakage) </a:t>
          </a:r>
        </a:p>
      </dgm:t>
    </dgm:pt>
    <dgm:pt modelId="{3C5F0DFE-17B7-4CB7-BC71-EA42EB3444C3}" type="parTrans" cxnId="{7883C938-CC3F-4FD5-886A-707403AB31A4}">
      <dgm:prSet/>
      <dgm:spPr/>
      <dgm:t>
        <a:bodyPr/>
        <a:lstStyle/>
        <a:p>
          <a:endParaRPr lang="en-IN" sz="1000"/>
        </a:p>
      </dgm:t>
    </dgm:pt>
    <dgm:pt modelId="{F88AE33D-A430-4FC2-8965-722C55F2EBB1}" type="sibTrans" cxnId="{7883C938-CC3F-4FD5-886A-707403AB31A4}">
      <dgm:prSet/>
      <dgm:spPr/>
      <dgm:t>
        <a:bodyPr/>
        <a:lstStyle/>
        <a:p>
          <a:endParaRPr lang="en-IN" sz="1000"/>
        </a:p>
      </dgm:t>
    </dgm:pt>
    <dgm:pt modelId="{69747897-630B-4D91-A01D-D6F12B6B421D}">
      <dgm:prSet custT="1"/>
      <dgm:spPr/>
      <dgm:t>
        <a:bodyPr/>
        <a:lstStyle/>
        <a:p>
          <a:r>
            <a:rPr lang="en-IN" sz="1000"/>
            <a:t>Used: </a:t>
          </a:r>
        </a:p>
      </dgm:t>
    </dgm:pt>
    <dgm:pt modelId="{EDD73BDE-006D-4311-9E36-E6AC14B5F546}" type="parTrans" cxnId="{44200CF4-DB40-40C5-9AB6-AFB0FED55220}">
      <dgm:prSet/>
      <dgm:spPr/>
      <dgm:t>
        <a:bodyPr/>
        <a:lstStyle/>
        <a:p>
          <a:endParaRPr lang="en-IN" sz="1000"/>
        </a:p>
      </dgm:t>
    </dgm:pt>
    <dgm:pt modelId="{DC623BFA-E2B8-404F-AEED-A9C85468B5AC}" type="sibTrans" cxnId="{44200CF4-DB40-40C5-9AB6-AFB0FED55220}">
      <dgm:prSet/>
      <dgm:spPr/>
      <dgm:t>
        <a:bodyPr/>
        <a:lstStyle/>
        <a:p>
          <a:endParaRPr lang="en-IN" sz="1000"/>
        </a:p>
      </dgm:t>
    </dgm:pt>
    <dgm:pt modelId="{251762DE-3021-4DF4-81CC-853F7ABCBF41}">
      <dgm:prSet custT="1"/>
      <dgm:spPr/>
      <dgm:t>
        <a:bodyPr/>
        <a:lstStyle/>
        <a:p>
          <a:r>
            <a:rPr lang="en-IN" sz="1000"/>
            <a:t>Academic: study time, failures, absences </a:t>
          </a:r>
        </a:p>
      </dgm:t>
    </dgm:pt>
    <dgm:pt modelId="{F5F5C8BA-7EC3-48F5-985C-F4D4FCBD7B70}" type="parTrans" cxnId="{B21D0778-DDB9-4BE3-A3D0-4DB1CF6B2D8D}">
      <dgm:prSet/>
      <dgm:spPr/>
      <dgm:t>
        <a:bodyPr/>
        <a:lstStyle/>
        <a:p>
          <a:endParaRPr lang="en-IN" sz="1000"/>
        </a:p>
      </dgm:t>
    </dgm:pt>
    <dgm:pt modelId="{6D42ED75-883A-4CFA-A739-74A8C5AC52A2}" type="sibTrans" cxnId="{B21D0778-DDB9-4BE3-A3D0-4DB1CF6B2D8D}">
      <dgm:prSet/>
      <dgm:spPr/>
      <dgm:t>
        <a:bodyPr/>
        <a:lstStyle/>
        <a:p>
          <a:endParaRPr lang="en-IN" sz="1000"/>
        </a:p>
      </dgm:t>
    </dgm:pt>
    <dgm:pt modelId="{9710B8C3-E14C-4039-8132-1EC1479FB4EC}">
      <dgm:prSet custT="1"/>
      <dgm:spPr/>
      <dgm:t>
        <a:bodyPr/>
        <a:lstStyle/>
        <a:p>
          <a:r>
            <a:rPr lang="en-IN" sz="1000"/>
            <a:t>Derived: support score, study load, attendance risk </a:t>
          </a:r>
        </a:p>
      </dgm:t>
    </dgm:pt>
    <dgm:pt modelId="{D2B058F3-8D1A-460D-90FE-06F837ECF602}" type="parTrans" cxnId="{C79B5404-35D8-46F1-95CD-BCD9467F2E76}">
      <dgm:prSet/>
      <dgm:spPr/>
      <dgm:t>
        <a:bodyPr/>
        <a:lstStyle/>
        <a:p>
          <a:endParaRPr lang="en-IN" sz="1000"/>
        </a:p>
      </dgm:t>
    </dgm:pt>
    <dgm:pt modelId="{AB290329-2C0A-4F47-8E40-0148C05D8769}" type="sibTrans" cxnId="{C79B5404-35D8-46F1-95CD-BCD9467F2E76}">
      <dgm:prSet/>
      <dgm:spPr/>
      <dgm:t>
        <a:bodyPr/>
        <a:lstStyle/>
        <a:p>
          <a:endParaRPr lang="en-IN" sz="1000"/>
        </a:p>
      </dgm:t>
    </dgm:pt>
    <dgm:pt modelId="{D20FED17-3A2B-4FB7-B425-B00B7A4D6451}">
      <dgm:prSet custT="1"/>
      <dgm:spPr/>
      <dgm:t>
        <a:bodyPr/>
        <a:lstStyle/>
        <a:p>
          <a:r>
            <a:rPr lang="en-IN" sz="1000"/>
            <a:t>Lifestyle &amp; demographics </a:t>
          </a:r>
        </a:p>
      </dgm:t>
    </dgm:pt>
    <dgm:pt modelId="{4104CDAE-1518-4471-8498-62B9C7D6FF0C}" type="parTrans" cxnId="{F4B14416-F7E9-4DE0-B84F-AC9975189DA6}">
      <dgm:prSet/>
      <dgm:spPr/>
      <dgm:t>
        <a:bodyPr/>
        <a:lstStyle/>
        <a:p>
          <a:endParaRPr lang="en-IN" sz="1000"/>
        </a:p>
      </dgm:t>
    </dgm:pt>
    <dgm:pt modelId="{E895B4AA-0F15-4470-8120-536E627C103A}" type="sibTrans" cxnId="{F4B14416-F7E9-4DE0-B84F-AC9975189DA6}">
      <dgm:prSet/>
      <dgm:spPr/>
      <dgm:t>
        <a:bodyPr/>
        <a:lstStyle/>
        <a:p>
          <a:endParaRPr lang="en-IN" sz="1000"/>
        </a:p>
      </dgm:t>
    </dgm:pt>
    <dgm:pt modelId="{D538D7BB-3B26-4662-8EA4-3E76482D54FE}">
      <dgm:prSet custT="1"/>
      <dgm:spPr/>
      <dgm:t>
        <a:bodyPr/>
        <a:lstStyle/>
        <a:p>
          <a:r>
            <a:rPr lang="en-IN" sz="1000" b="1" dirty="0"/>
            <a:t>Clustering Approach</a:t>
          </a:r>
          <a:endParaRPr lang="en-IN" sz="1000" dirty="0"/>
        </a:p>
      </dgm:t>
    </dgm:pt>
    <dgm:pt modelId="{B5C16102-FDD8-4FFB-88F6-9EA50E786834}" type="parTrans" cxnId="{6D5B3AEE-D672-4757-B1FD-CC96D6C0CEF7}">
      <dgm:prSet/>
      <dgm:spPr/>
      <dgm:t>
        <a:bodyPr/>
        <a:lstStyle/>
        <a:p>
          <a:endParaRPr lang="en-IN" sz="1000"/>
        </a:p>
      </dgm:t>
    </dgm:pt>
    <dgm:pt modelId="{2CB58594-6D07-4B31-8855-5986D575D8B8}" type="sibTrans" cxnId="{6D5B3AEE-D672-4757-B1FD-CC96D6C0CEF7}">
      <dgm:prSet/>
      <dgm:spPr/>
      <dgm:t>
        <a:bodyPr/>
        <a:lstStyle/>
        <a:p>
          <a:endParaRPr lang="en-IN" sz="1000"/>
        </a:p>
      </dgm:t>
    </dgm:pt>
    <dgm:pt modelId="{2654D7D9-EA97-4408-B62D-006ECF621C5C}">
      <dgm:prSet custT="1"/>
      <dgm:spPr/>
      <dgm:t>
        <a:bodyPr/>
        <a:lstStyle/>
        <a:p>
          <a:r>
            <a:rPr lang="en-IN" sz="1000" b="1"/>
            <a:t>StandardScaler</a:t>
          </a:r>
          <a:r>
            <a:rPr lang="en-IN" sz="1000"/>
            <a:t> for normalization </a:t>
          </a:r>
        </a:p>
      </dgm:t>
    </dgm:pt>
    <dgm:pt modelId="{506A127E-E1BC-4CFE-AA04-CAA01F45F8EA}" type="parTrans" cxnId="{B487E656-0164-4D8F-826D-3D8954993CA9}">
      <dgm:prSet/>
      <dgm:spPr/>
      <dgm:t>
        <a:bodyPr/>
        <a:lstStyle/>
        <a:p>
          <a:endParaRPr lang="en-IN" sz="1000"/>
        </a:p>
      </dgm:t>
    </dgm:pt>
    <dgm:pt modelId="{FFE7B70B-9146-48F5-9BEB-8D4759C862A5}" type="sibTrans" cxnId="{B487E656-0164-4D8F-826D-3D8954993CA9}">
      <dgm:prSet/>
      <dgm:spPr/>
      <dgm:t>
        <a:bodyPr/>
        <a:lstStyle/>
        <a:p>
          <a:endParaRPr lang="en-IN" sz="1000"/>
        </a:p>
      </dgm:t>
    </dgm:pt>
    <dgm:pt modelId="{7F921F7E-42D3-41B0-943F-91C27BAA3246}">
      <dgm:prSet custT="1"/>
      <dgm:spPr/>
      <dgm:t>
        <a:bodyPr/>
        <a:lstStyle/>
        <a:p>
          <a:r>
            <a:rPr lang="en-IN" sz="1000" b="1"/>
            <a:t>K-Means Clustering</a:t>
          </a:r>
          <a:r>
            <a:rPr lang="en-IN" sz="1000"/>
            <a:t> </a:t>
          </a:r>
        </a:p>
      </dgm:t>
    </dgm:pt>
    <dgm:pt modelId="{3939D723-E8B4-49FE-A234-2EEFD1A67745}" type="parTrans" cxnId="{3F82D016-AEC6-47E0-8863-0AAAE4DC6BD5}">
      <dgm:prSet/>
      <dgm:spPr/>
      <dgm:t>
        <a:bodyPr/>
        <a:lstStyle/>
        <a:p>
          <a:endParaRPr lang="en-IN" sz="1000"/>
        </a:p>
      </dgm:t>
    </dgm:pt>
    <dgm:pt modelId="{F56F2A4D-DC01-4520-AB1F-52EA32291FF8}" type="sibTrans" cxnId="{3F82D016-AEC6-47E0-8863-0AAAE4DC6BD5}">
      <dgm:prSet/>
      <dgm:spPr/>
      <dgm:t>
        <a:bodyPr/>
        <a:lstStyle/>
        <a:p>
          <a:endParaRPr lang="en-IN" sz="1000"/>
        </a:p>
      </dgm:t>
    </dgm:pt>
    <dgm:pt modelId="{103AD067-17BE-4D5C-B2C5-FEAF58D9A8BE}">
      <dgm:prSet custT="1"/>
      <dgm:spPr/>
      <dgm:t>
        <a:bodyPr/>
        <a:lstStyle/>
        <a:p>
          <a:r>
            <a:rPr lang="en-IN" sz="1000"/>
            <a:t>Optimal clusters: </a:t>
          </a:r>
          <a:r>
            <a:rPr lang="en-IN" sz="1000" b="1"/>
            <a:t>K = 4 (Elbow Method)</a:t>
          </a:r>
          <a:r>
            <a:rPr lang="en-IN" sz="1000"/>
            <a:t> </a:t>
          </a:r>
        </a:p>
      </dgm:t>
    </dgm:pt>
    <dgm:pt modelId="{9B70DE5E-542B-4531-B5DD-EE2A01E9F3FC}" type="parTrans" cxnId="{ECF8EF25-81DE-4EB5-B849-E7D9211818C3}">
      <dgm:prSet/>
      <dgm:spPr/>
      <dgm:t>
        <a:bodyPr/>
        <a:lstStyle/>
        <a:p>
          <a:endParaRPr lang="en-IN" sz="1000"/>
        </a:p>
      </dgm:t>
    </dgm:pt>
    <dgm:pt modelId="{B65135C0-7B34-4431-9E66-69A9B9731C6E}" type="sibTrans" cxnId="{ECF8EF25-81DE-4EB5-B849-E7D9211818C3}">
      <dgm:prSet/>
      <dgm:spPr/>
      <dgm:t>
        <a:bodyPr/>
        <a:lstStyle/>
        <a:p>
          <a:endParaRPr lang="en-IN" sz="1000"/>
        </a:p>
      </dgm:t>
    </dgm:pt>
    <dgm:pt modelId="{0AC21EB3-9589-4B6B-8F7D-18C07958BDD1}">
      <dgm:prSet custT="1"/>
      <dgm:spPr/>
      <dgm:t>
        <a:bodyPr/>
        <a:lstStyle/>
        <a:p>
          <a:r>
            <a:rPr lang="en-IN" sz="1000" b="1"/>
            <a:t>Validation:</a:t>
          </a:r>
          <a:r>
            <a:rPr lang="en-IN" sz="1000"/>
            <a:t> Hierarchical clustering confirmed stability </a:t>
          </a:r>
        </a:p>
      </dgm:t>
    </dgm:pt>
    <dgm:pt modelId="{3D2438BA-28E8-4F2A-B360-56E8E4D0C067}" type="parTrans" cxnId="{11109BC7-2B85-445C-B18B-49D9E76EF43E}">
      <dgm:prSet/>
      <dgm:spPr/>
      <dgm:t>
        <a:bodyPr/>
        <a:lstStyle/>
        <a:p>
          <a:endParaRPr lang="en-IN" sz="1000"/>
        </a:p>
      </dgm:t>
    </dgm:pt>
    <dgm:pt modelId="{213E6FB1-F030-4BCC-A536-0C9B590AC876}" type="sibTrans" cxnId="{11109BC7-2B85-445C-B18B-49D9E76EF43E}">
      <dgm:prSet/>
      <dgm:spPr/>
      <dgm:t>
        <a:bodyPr/>
        <a:lstStyle/>
        <a:p>
          <a:endParaRPr lang="en-IN" sz="1000"/>
        </a:p>
      </dgm:t>
    </dgm:pt>
    <dgm:pt modelId="{2B8616D6-CBB2-4CA5-A200-52DD7B4DC259}">
      <dgm:prSet custT="1"/>
      <dgm:spPr/>
      <dgm:t>
        <a:bodyPr/>
        <a:lstStyle/>
        <a:p>
          <a:r>
            <a:rPr lang="en-IN" sz="1000" b="1"/>
            <a:t>Cluster Segments</a:t>
          </a:r>
          <a:endParaRPr lang="en-IN" sz="1000"/>
        </a:p>
      </dgm:t>
    </dgm:pt>
    <dgm:pt modelId="{E268306C-E53F-4439-96F9-CB74B2F24870}" type="parTrans" cxnId="{99F9C93E-3CF5-42FC-B57A-7B577F3316EF}">
      <dgm:prSet/>
      <dgm:spPr/>
      <dgm:t>
        <a:bodyPr/>
        <a:lstStyle/>
        <a:p>
          <a:endParaRPr lang="en-IN" sz="1000"/>
        </a:p>
      </dgm:t>
    </dgm:pt>
    <dgm:pt modelId="{731A5955-CECF-410B-8A08-44C7D2F17EB7}" type="sibTrans" cxnId="{99F9C93E-3CF5-42FC-B57A-7B577F3316EF}">
      <dgm:prSet/>
      <dgm:spPr/>
      <dgm:t>
        <a:bodyPr/>
        <a:lstStyle/>
        <a:p>
          <a:endParaRPr lang="en-IN" sz="1000"/>
        </a:p>
      </dgm:t>
    </dgm:pt>
    <dgm:pt modelId="{B782141E-4945-4FFB-911F-FF5D2846D784}">
      <dgm:prSet custT="1"/>
      <dgm:spPr/>
      <dgm:t>
        <a:bodyPr/>
        <a:lstStyle/>
        <a:p>
          <a:r>
            <a:rPr lang="en-IN" sz="1000" b="1"/>
            <a:t>C0 &amp; C2 – Moderate Performers (Majority)</a:t>
          </a:r>
          <a:r>
            <a:rPr lang="en-IN" sz="1000"/>
            <a:t> </a:t>
          </a:r>
        </a:p>
      </dgm:t>
    </dgm:pt>
    <dgm:pt modelId="{D8B2D92C-56C6-4F0B-B8E9-E22063986CA8}" type="parTrans" cxnId="{E53CF0C8-FD27-411C-8426-36394ACEC790}">
      <dgm:prSet/>
      <dgm:spPr/>
      <dgm:t>
        <a:bodyPr/>
        <a:lstStyle/>
        <a:p>
          <a:endParaRPr lang="en-IN" sz="1000"/>
        </a:p>
      </dgm:t>
    </dgm:pt>
    <dgm:pt modelId="{20F5DEEE-FCFD-47FA-A723-051942019CEC}" type="sibTrans" cxnId="{E53CF0C8-FD27-411C-8426-36394ACEC790}">
      <dgm:prSet/>
      <dgm:spPr/>
      <dgm:t>
        <a:bodyPr/>
        <a:lstStyle/>
        <a:p>
          <a:endParaRPr lang="en-IN" sz="1000"/>
        </a:p>
      </dgm:t>
    </dgm:pt>
    <dgm:pt modelId="{7D4144B1-C60C-4BB5-AB03-CB2BF851B990}">
      <dgm:prSet custT="1"/>
      <dgm:spPr/>
      <dgm:t>
        <a:bodyPr/>
        <a:lstStyle/>
        <a:p>
          <a:r>
            <a:rPr lang="en-IN" sz="1000"/>
            <a:t>Stable behavior, average performance </a:t>
          </a:r>
        </a:p>
      </dgm:t>
    </dgm:pt>
    <dgm:pt modelId="{3CD8D603-CF68-4CEC-B691-945A35F9DB36}" type="parTrans" cxnId="{7328503A-0C8D-45B8-BC6B-786CBDF02454}">
      <dgm:prSet/>
      <dgm:spPr/>
      <dgm:t>
        <a:bodyPr/>
        <a:lstStyle/>
        <a:p>
          <a:endParaRPr lang="en-IN" sz="1000"/>
        </a:p>
      </dgm:t>
    </dgm:pt>
    <dgm:pt modelId="{CC074561-BA96-4341-9D34-5009FD352C55}" type="sibTrans" cxnId="{7328503A-0C8D-45B8-BC6B-786CBDF02454}">
      <dgm:prSet/>
      <dgm:spPr/>
      <dgm:t>
        <a:bodyPr/>
        <a:lstStyle/>
        <a:p>
          <a:endParaRPr lang="en-IN" sz="1000"/>
        </a:p>
      </dgm:t>
    </dgm:pt>
    <dgm:pt modelId="{795F3EAF-90B3-40B8-B57A-AF337BDF7AC2}">
      <dgm:prSet custT="1"/>
      <dgm:spPr/>
      <dgm:t>
        <a:bodyPr/>
        <a:lstStyle/>
        <a:p>
          <a:r>
            <a:rPr lang="en-IN" sz="1000"/>
            <a:t>→ Regular support &amp; monitoring </a:t>
          </a:r>
        </a:p>
      </dgm:t>
    </dgm:pt>
    <dgm:pt modelId="{D11DF3B0-43CD-416F-A8F0-BFB3F71514B8}" type="parTrans" cxnId="{EAE642BF-5160-4E47-8581-178ACDBEFDE4}">
      <dgm:prSet/>
      <dgm:spPr/>
      <dgm:t>
        <a:bodyPr/>
        <a:lstStyle/>
        <a:p>
          <a:endParaRPr lang="en-IN" sz="1000"/>
        </a:p>
      </dgm:t>
    </dgm:pt>
    <dgm:pt modelId="{35361694-2153-4792-9945-934F0DC19D44}" type="sibTrans" cxnId="{EAE642BF-5160-4E47-8581-178ACDBEFDE4}">
      <dgm:prSet/>
      <dgm:spPr/>
      <dgm:t>
        <a:bodyPr/>
        <a:lstStyle/>
        <a:p>
          <a:endParaRPr lang="en-IN" sz="1000"/>
        </a:p>
      </dgm:t>
    </dgm:pt>
    <dgm:pt modelId="{71AAFAC1-AA01-46F7-9C00-2FEA019F886D}">
      <dgm:prSet custT="1"/>
      <dgm:spPr/>
      <dgm:t>
        <a:bodyPr/>
        <a:lstStyle/>
        <a:p>
          <a:r>
            <a:rPr lang="en-IN" sz="1000" b="1"/>
            <a:t>C1 – At-Risk Students</a:t>
          </a:r>
          <a:r>
            <a:rPr lang="en-IN" sz="1000"/>
            <a:t> </a:t>
          </a:r>
        </a:p>
      </dgm:t>
    </dgm:pt>
    <dgm:pt modelId="{16176329-7C70-4632-86D7-5FAA8BB5EADC}" type="parTrans" cxnId="{3FED620C-D2F8-4110-B6EF-FBB6847EBBD9}">
      <dgm:prSet/>
      <dgm:spPr/>
      <dgm:t>
        <a:bodyPr/>
        <a:lstStyle/>
        <a:p>
          <a:endParaRPr lang="en-IN" sz="1000"/>
        </a:p>
      </dgm:t>
    </dgm:pt>
    <dgm:pt modelId="{E9C68B7E-0CDF-4DC0-82D7-EA39897F5CC2}" type="sibTrans" cxnId="{3FED620C-D2F8-4110-B6EF-FBB6847EBBD9}">
      <dgm:prSet/>
      <dgm:spPr/>
      <dgm:t>
        <a:bodyPr/>
        <a:lstStyle/>
        <a:p>
          <a:endParaRPr lang="en-IN" sz="1000"/>
        </a:p>
      </dgm:t>
    </dgm:pt>
    <dgm:pt modelId="{B7E6D4F6-19D1-41C2-84FD-4A669F347337}">
      <dgm:prSet custT="1"/>
      <dgm:spPr/>
      <dgm:t>
        <a:bodyPr/>
        <a:lstStyle/>
        <a:p>
          <a:r>
            <a:rPr lang="en-IN" sz="1000" dirty="0"/>
            <a:t>High failures, low study time, lowest grades </a:t>
          </a:r>
        </a:p>
      </dgm:t>
    </dgm:pt>
    <dgm:pt modelId="{95B4177D-3259-49F3-8D56-8EAC67D043D9}" type="parTrans" cxnId="{A60B8CEA-974F-4D3F-B3BB-2E169EA6F0AD}">
      <dgm:prSet/>
      <dgm:spPr/>
      <dgm:t>
        <a:bodyPr/>
        <a:lstStyle/>
        <a:p>
          <a:endParaRPr lang="en-IN" sz="1000"/>
        </a:p>
      </dgm:t>
    </dgm:pt>
    <dgm:pt modelId="{0328A17D-8B9B-43E5-BF25-2D872DCAB725}" type="sibTrans" cxnId="{A60B8CEA-974F-4D3F-B3BB-2E169EA6F0AD}">
      <dgm:prSet/>
      <dgm:spPr/>
      <dgm:t>
        <a:bodyPr/>
        <a:lstStyle/>
        <a:p>
          <a:endParaRPr lang="en-IN" sz="1000"/>
        </a:p>
      </dgm:t>
    </dgm:pt>
    <dgm:pt modelId="{9DAA8747-D05A-4694-8DFC-D57DAAB7628F}">
      <dgm:prSet custT="1"/>
      <dgm:spPr/>
      <dgm:t>
        <a:bodyPr/>
        <a:lstStyle/>
        <a:p>
          <a:r>
            <a:rPr lang="en-IN" sz="1000" dirty="0"/>
            <a:t>→ </a:t>
          </a:r>
          <a:r>
            <a:rPr lang="en-IN" sz="1000" b="1" dirty="0"/>
            <a:t>Targeted tutoring &amp; mentoring</a:t>
          </a:r>
          <a:r>
            <a:rPr lang="en-IN" sz="1000" dirty="0"/>
            <a:t> </a:t>
          </a:r>
        </a:p>
      </dgm:t>
    </dgm:pt>
    <dgm:pt modelId="{C7AB8006-A623-47A2-A653-9B4DD873CE5F}" type="parTrans" cxnId="{BF05B680-8850-44D1-AD44-C4F6247E9653}">
      <dgm:prSet/>
      <dgm:spPr/>
      <dgm:t>
        <a:bodyPr/>
        <a:lstStyle/>
        <a:p>
          <a:endParaRPr lang="en-IN" sz="1000"/>
        </a:p>
      </dgm:t>
    </dgm:pt>
    <dgm:pt modelId="{52FBBA2B-3AD3-41BF-BD25-EB463F8B797F}" type="sibTrans" cxnId="{BF05B680-8850-44D1-AD44-C4F6247E9653}">
      <dgm:prSet/>
      <dgm:spPr/>
      <dgm:t>
        <a:bodyPr/>
        <a:lstStyle/>
        <a:p>
          <a:endParaRPr lang="en-IN" sz="1000"/>
        </a:p>
      </dgm:t>
    </dgm:pt>
    <dgm:pt modelId="{5795F303-758A-4C2E-AE77-0ABAF4405D55}">
      <dgm:prSet custT="1"/>
      <dgm:spPr/>
      <dgm:t>
        <a:bodyPr/>
        <a:lstStyle/>
        <a:p>
          <a:r>
            <a:rPr lang="en-IN" sz="1000" b="1"/>
            <a:t>C3 – Low Attendance Group</a:t>
          </a:r>
          <a:r>
            <a:rPr lang="en-IN" sz="1000"/>
            <a:t> </a:t>
          </a:r>
        </a:p>
      </dgm:t>
    </dgm:pt>
    <dgm:pt modelId="{9C7F9E10-31F8-4ABD-A759-A0788C3066DD}" type="parTrans" cxnId="{BCFBAD0D-236B-49BA-AAD3-0992933C8E84}">
      <dgm:prSet/>
      <dgm:spPr/>
      <dgm:t>
        <a:bodyPr/>
        <a:lstStyle/>
        <a:p>
          <a:endParaRPr lang="en-IN" sz="1000"/>
        </a:p>
      </dgm:t>
    </dgm:pt>
    <dgm:pt modelId="{CC84521C-E434-48B4-AF83-5B579A7ED1A3}" type="sibTrans" cxnId="{BCFBAD0D-236B-49BA-AAD3-0992933C8E84}">
      <dgm:prSet/>
      <dgm:spPr/>
      <dgm:t>
        <a:bodyPr/>
        <a:lstStyle/>
        <a:p>
          <a:endParaRPr lang="en-IN" sz="1000"/>
        </a:p>
      </dgm:t>
    </dgm:pt>
    <dgm:pt modelId="{EF39D24E-BEEC-4AF3-96FE-598B43FBF41B}">
      <dgm:prSet custT="1"/>
      <dgm:spPr/>
      <dgm:t>
        <a:bodyPr/>
        <a:lstStyle/>
        <a:p>
          <a:r>
            <a:rPr lang="en-IN" sz="1000"/>
            <a:t>High absences, irregular engagement </a:t>
          </a:r>
        </a:p>
      </dgm:t>
    </dgm:pt>
    <dgm:pt modelId="{14A5F665-CC48-476E-850B-63BC0D6EFA93}" type="parTrans" cxnId="{36C1B093-6906-45F2-9698-97ED1657E3AB}">
      <dgm:prSet/>
      <dgm:spPr/>
      <dgm:t>
        <a:bodyPr/>
        <a:lstStyle/>
        <a:p>
          <a:endParaRPr lang="en-IN" sz="1000"/>
        </a:p>
      </dgm:t>
    </dgm:pt>
    <dgm:pt modelId="{29D088D1-AF76-4B9D-9BBF-427162A8546D}" type="sibTrans" cxnId="{36C1B093-6906-45F2-9698-97ED1657E3AB}">
      <dgm:prSet/>
      <dgm:spPr/>
      <dgm:t>
        <a:bodyPr/>
        <a:lstStyle/>
        <a:p>
          <a:endParaRPr lang="en-IN" sz="1000"/>
        </a:p>
      </dgm:t>
    </dgm:pt>
    <dgm:pt modelId="{EA214E78-3854-44C2-9111-954455C45E55}">
      <dgm:prSet custT="1"/>
      <dgm:spPr/>
      <dgm:t>
        <a:bodyPr/>
        <a:lstStyle/>
        <a:p>
          <a:r>
            <a:rPr lang="en-IN" sz="1000"/>
            <a:t>→ </a:t>
          </a:r>
          <a:r>
            <a:rPr lang="en-IN" sz="1000" b="1"/>
            <a:t>Attendance tracking &amp; counseling</a:t>
          </a:r>
          <a:r>
            <a:rPr lang="en-IN" sz="1000"/>
            <a:t> </a:t>
          </a:r>
        </a:p>
      </dgm:t>
    </dgm:pt>
    <dgm:pt modelId="{71836645-328E-4828-BD38-3C9079318BFD}" type="parTrans" cxnId="{1690A1C3-8842-403B-9487-FDCBEA7859BF}">
      <dgm:prSet/>
      <dgm:spPr/>
      <dgm:t>
        <a:bodyPr/>
        <a:lstStyle/>
        <a:p>
          <a:endParaRPr lang="en-IN" sz="1000"/>
        </a:p>
      </dgm:t>
    </dgm:pt>
    <dgm:pt modelId="{B23657E0-F2FC-4BA4-95D0-4A1A1FD129C8}" type="sibTrans" cxnId="{1690A1C3-8842-403B-9487-FDCBEA7859BF}">
      <dgm:prSet/>
      <dgm:spPr/>
      <dgm:t>
        <a:bodyPr/>
        <a:lstStyle/>
        <a:p>
          <a:endParaRPr lang="en-IN" sz="1000"/>
        </a:p>
      </dgm:t>
    </dgm:pt>
    <dgm:pt modelId="{9626ADC0-F8B8-455F-A90E-71C6E90EE371}">
      <dgm:prSet custT="1"/>
      <dgm:spPr/>
      <dgm:t>
        <a:bodyPr/>
        <a:lstStyle/>
        <a:p>
          <a:r>
            <a:rPr lang="en-IN" sz="1000" b="1"/>
            <a:t>Key Insights</a:t>
          </a:r>
          <a:endParaRPr lang="en-IN" sz="1000"/>
        </a:p>
      </dgm:t>
    </dgm:pt>
    <dgm:pt modelId="{DB7FD4B9-FA3B-4C63-B44C-614A1DB56135}" type="parTrans" cxnId="{44C2A8BF-F5F7-423E-98D4-EDE0031FE755}">
      <dgm:prSet/>
      <dgm:spPr/>
      <dgm:t>
        <a:bodyPr/>
        <a:lstStyle/>
        <a:p>
          <a:endParaRPr lang="en-IN" sz="1000"/>
        </a:p>
      </dgm:t>
    </dgm:pt>
    <dgm:pt modelId="{867E069C-716B-4F32-AA41-38F3F4665D3A}" type="sibTrans" cxnId="{44C2A8BF-F5F7-423E-98D4-EDE0031FE755}">
      <dgm:prSet/>
      <dgm:spPr/>
      <dgm:t>
        <a:bodyPr/>
        <a:lstStyle/>
        <a:p>
          <a:endParaRPr lang="en-IN" sz="1000"/>
        </a:p>
      </dgm:t>
    </dgm:pt>
    <dgm:pt modelId="{862179EC-95DE-42AC-9B52-92F171C1952B}">
      <dgm:prSet custT="1"/>
      <dgm:spPr/>
      <dgm:t>
        <a:bodyPr/>
        <a:lstStyle/>
        <a:p>
          <a:r>
            <a:rPr lang="en-IN" sz="1000"/>
            <a:t>Performance driven by </a:t>
          </a:r>
          <a:r>
            <a:rPr lang="en-IN" sz="1000" b="1"/>
            <a:t>behavioral patterns</a:t>
          </a:r>
          <a:r>
            <a:rPr lang="en-IN" sz="1000"/>
            <a:t>, not single factors </a:t>
          </a:r>
        </a:p>
      </dgm:t>
    </dgm:pt>
    <dgm:pt modelId="{4D8BF022-ECB0-4A28-9C44-B8A1524853B1}" type="parTrans" cxnId="{33FFA62B-8CA6-4DC0-A875-E2B5E695D679}">
      <dgm:prSet/>
      <dgm:spPr/>
      <dgm:t>
        <a:bodyPr/>
        <a:lstStyle/>
        <a:p>
          <a:endParaRPr lang="en-IN" sz="1000"/>
        </a:p>
      </dgm:t>
    </dgm:pt>
    <dgm:pt modelId="{13F86AC6-0122-4CDA-B039-452970672E9B}" type="sibTrans" cxnId="{33FFA62B-8CA6-4DC0-A875-E2B5E695D679}">
      <dgm:prSet/>
      <dgm:spPr/>
      <dgm:t>
        <a:bodyPr/>
        <a:lstStyle/>
        <a:p>
          <a:endParaRPr lang="en-IN" sz="1000"/>
        </a:p>
      </dgm:t>
    </dgm:pt>
    <dgm:pt modelId="{2B92B3BA-F4CB-4E5F-A7B1-CFAE92E21CDE}">
      <dgm:prSet custT="1"/>
      <dgm:spPr/>
      <dgm:t>
        <a:bodyPr/>
        <a:lstStyle/>
        <a:p>
          <a:r>
            <a:rPr lang="en-IN" sz="1000"/>
            <a:t>Small at-risk group drives poor outcomes </a:t>
          </a:r>
        </a:p>
      </dgm:t>
    </dgm:pt>
    <dgm:pt modelId="{E829E9AF-5E39-4D0C-9EC9-F671889958D0}" type="parTrans" cxnId="{B5008791-B3B8-4348-9174-E3FF9A385635}">
      <dgm:prSet/>
      <dgm:spPr/>
      <dgm:t>
        <a:bodyPr/>
        <a:lstStyle/>
        <a:p>
          <a:endParaRPr lang="en-IN" sz="1000"/>
        </a:p>
      </dgm:t>
    </dgm:pt>
    <dgm:pt modelId="{62C26748-A9D3-4EB3-B403-DE0E3B4C331E}" type="sibTrans" cxnId="{B5008791-B3B8-4348-9174-E3FF9A385635}">
      <dgm:prSet/>
      <dgm:spPr/>
      <dgm:t>
        <a:bodyPr/>
        <a:lstStyle/>
        <a:p>
          <a:endParaRPr lang="en-IN" sz="1000"/>
        </a:p>
      </dgm:t>
    </dgm:pt>
    <dgm:pt modelId="{5CCACC57-602A-4C95-A4A7-639722321CF2}">
      <dgm:prSet custT="1"/>
      <dgm:spPr/>
      <dgm:t>
        <a:bodyPr/>
        <a:lstStyle/>
        <a:p>
          <a:r>
            <a:rPr lang="en-IN" sz="1000" b="1"/>
            <a:t>Attendance &amp; study habits</a:t>
          </a:r>
          <a:r>
            <a:rPr lang="en-IN" sz="1000"/>
            <a:t> are key differentiators</a:t>
          </a:r>
        </a:p>
      </dgm:t>
    </dgm:pt>
    <dgm:pt modelId="{152B509C-2127-41D6-BAC5-DB6E7389E4E4}" type="parTrans" cxnId="{9A2A2B2D-CFC3-49EA-93B0-FB4E7BAC3A33}">
      <dgm:prSet/>
      <dgm:spPr/>
      <dgm:t>
        <a:bodyPr/>
        <a:lstStyle/>
        <a:p>
          <a:endParaRPr lang="en-IN" sz="1000"/>
        </a:p>
      </dgm:t>
    </dgm:pt>
    <dgm:pt modelId="{F394DB23-3B10-416F-A596-758B1BEAB633}" type="sibTrans" cxnId="{9A2A2B2D-CFC3-49EA-93B0-FB4E7BAC3A33}">
      <dgm:prSet/>
      <dgm:spPr/>
      <dgm:t>
        <a:bodyPr/>
        <a:lstStyle/>
        <a:p>
          <a:endParaRPr lang="en-IN" sz="1000"/>
        </a:p>
      </dgm:t>
    </dgm:pt>
    <dgm:pt modelId="{08801B65-68B4-4415-9ADA-B59B4F1078F8}" type="pres">
      <dgm:prSet presAssocID="{67DFB32B-78E3-4085-B681-3DE8276AE535}" presName="Name0" presStyleCnt="0">
        <dgm:presLayoutVars>
          <dgm:dir/>
          <dgm:animLvl val="lvl"/>
          <dgm:resizeHandles val="exact"/>
        </dgm:presLayoutVars>
      </dgm:prSet>
      <dgm:spPr/>
    </dgm:pt>
    <dgm:pt modelId="{65EC53DB-639C-4A7F-8616-CDC34381BEBF}" type="pres">
      <dgm:prSet presAssocID="{03E20FAF-B6A5-4AF5-B976-F939B6A04BA6}" presName="composite" presStyleCnt="0"/>
      <dgm:spPr/>
    </dgm:pt>
    <dgm:pt modelId="{258210E9-CE73-45C2-A670-519036D8B6AD}" type="pres">
      <dgm:prSet presAssocID="{03E20FAF-B6A5-4AF5-B976-F939B6A04BA6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6CD9042F-FFA5-4140-BC70-8056712AF709}" type="pres">
      <dgm:prSet presAssocID="{03E20FAF-B6A5-4AF5-B976-F939B6A04BA6}" presName="desTx" presStyleLbl="alignAccFollowNode1" presStyleIdx="0" presStyleCnt="5">
        <dgm:presLayoutVars>
          <dgm:bulletEnabled val="1"/>
        </dgm:presLayoutVars>
      </dgm:prSet>
      <dgm:spPr/>
    </dgm:pt>
    <dgm:pt modelId="{931A559C-A322-4007-8444-FC41DB3B63C3}" type="pres">
      <dgm:prSet presAssocID="{2FDC8F42-3E28-4327-9B8A-94C3063DE159}" presName="space" presStyleCnt="0"/>
      <dgm:spPr/>
    </dgm:pt>
    <dgm:pt modelId="{F1CDFFCE-D3FE-47F6-B799-546A4B317617}" type="pres">
      <dgm:prSet presAssocID="{020D7CB7-1303-4AE9-B255-38A228D24378}" presName="composite" presStyleCnt="0"/>
      <dgm:spPr/>
    </dgm:pt>
    <dgm:pt modelId="{8749BE1C-6B1B-4421-A247-DB847B15FD27}" type="pres">
      <dgm:prSet presAssocID="{020D7CB7-1303-4AE9-B255-38A228D24378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D8439A84-B55B-4881-B8DC-0CA7EAE181A3}" type="pres">
      <dgm:prSet presAssocID="{020D7CB7-1303-4AE9-B255-38A228D24378}" presName="desTx" presStyleLbl="alignAccFollowNode1" presStyleIdx="1" presStyleCnt="5">
        <dgm:presLayoutVars>
          <dgm:bulletEnabled val="1"/>
        </dgm:presLayoutVars>
      </dgm:prSet>
      <dgm:spPr/>
    </dgm:pt>
    <dgm:pt modelId="{49E39306-509A-4526-9209-BEE9C4B93C7A}" type="pres">
      <dgm:prSet presAssocID="{0559EBB6-DD7A-4FA6-AA4D-119CF428FD24}" presName="space" presStyleCnt="0"/>
      <dgm:spPr/>
    </dgm:pt>
    <dgm:pt modelId="{1218EAD5-81A9-4A1D-AF54-0F0184DDC135}" type="pres">
      <dgm:prSet presAssocID="{D538D7BB-3B26-4662-8EA4-3E76482D54FE}" presName="composite" presStyleCnt="0"/>
      <dgm:spPr/>
    </dgm:pt>
    <dgm:pt modelId="{FE68837A-E9AD-4CC5-896B-5106D66AF651}" type="pres">
      <dgm:prSet presAssocID="{D538D7BB-3B26-4662-8EA4-3E76482D54FE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525ABB80-B600-479D-9D5B-3A268A79E640}" type="pres">
      <dgm:prSet presAssocID="{D538D7BB-3B26-4662-8EA4-3E76482D54FE}" presName="desTx" presStyleLbl="alignAccFollowNode1" presStyleIdx="2" presStyleCnt="5">
        <dgm:presLayoutVars>
          <dgm:bulletEnabled val="1"/>
        </dgm:presLayoutVars>
      </dgm:prSet>
      <dgm:spPr/>
    </dgm:pt>
    <dgm:pt modelId="{C491F6F0-7934-45D3-A1A7-F9C30188B3D1}" type="pres">
      <dgm:prSet presAssocID="{2CB58594-6D07-4B31-8855-5986D575D8B8}" presName="space" presStyleCnt="0"/>
      <dgm:spPr/>
    </dgm:pt>
    <dgm:pt modelId="{BBDC0889-D8C4-41B6-9D31-C3707D5578AD}" type="pres">
      <dgm:prSet presAssocID="{2B8616D6-CBB2-4CA5-A200-52DD7B4DC259}" presName="composite" presStyleCnt="0"/>
      <dgm:spPr/>
    </dgm:pt>
    <dgm:pt modelId="{5CEF18F8-5595-4E6A-A081-7193F66D971A}" type="pres">
      <dgm:prSet presAssocID="{2B8616D6-CBB2-4CA5-A200-52DD7B4DC259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2FF39887-84EF-450D-8B63-BAB1D579DD79}" type="pres">
      <dgm:prSet presAssocID="{2B8616D6-CBB2-4CA5-A200-52DD7B4DC259}" presName="desTx" presStyleLbl="alignAccFollowNode1" presStyleIdx="3" presStyleCnt="5">
        <dgm:presLayoutVars>
          <dgm:bulletEnabled val="1"/>
        </dgm:presLayoutVars>
      </dgm:prSet>
      <dgm:spPr/>
    </dgm:pt>
    <dgm:pt modelId="{A50482B1-C1C5-44A2-A61C-0EC24584164C}" type="pres">
      <dgm:prSet presAssocID="{731A5955-CECF-410B-8A08-44C7D2F17EB7}" presName="space" presStyleCnt="0"/>
      <dgm:spPr/>
    </dgm:pt>
    <dgm:pt modelId="{58FA3902-68F1-45D9-95A6-1B277708FC49}" type="pres">
      <dgm:prSet presAssocID="{9626ADC0-F8B8-455F-A90E-71C6E90EE371}" presName="composite" presStyleCnt="0"/>
      <dgm:spPr/>
    </dgm:pt>
    <dgm:pt modelId="{DEDAE4CA-1EAB-45D6-942E-CDEEE70A7EA6}" type="pres">
      <dgm:prSet presAssocID="{9626ADC0-F8B8-455F-A90E-71C6E90EE371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15B7B8A8-DCB0-4E71-B56A-D04D9A92EE68}" type="pres">
      <dgm:prSet presAssocID="{9626ADC0-F8B8-455F-A90E-71C6E90EE371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C79B5404-35D8-46F1-95CD-BCD9467F2E76}" srcId="{69747897-630B-4D91-A01D-D6F12B6B421D}" destId="{9710B8C3-E14C-4039-8132-1EC1479FB4EC}" srcOrd="1" destOrd="0" parTransId="{D2B058F3-8D1A-460D-90FE-06F837ECF602}" sibTransId="{AB290329-2C0A-4F47-8E40-0148C05D8769}"/>
    <dgm:cxn modelId="{3FED620C-D2F8-4110-B6EF-FBB6847EBBD9}" srcId="{2B8616D6-CBB2-4CA5-A200-52DD7B4DC259}" destId="{71AAFAC1-AA01-46F7-9C00-2FEA019F886D}" srcOrd="1" destOrd="0" parTransId="{16176329-7C70-4632-86D7-5FAA8BB5EADC}" sibTransId="{E9C68B7E-0CDF-4DC0-82D7-EA39897F5CC2}"/>
    <dgm:cxn modelId="{BCFBAD0D-236B-49BA-AAD3-0992933C8E84}" srcId="{2B8616D6-CBB2-4CA5-A200-52DD7B4DC259}" destId="{5795F303-758A-4C2E-AE77-0ABAF4405D55}" srcOrd="2" destOrd="0" parTransId="{9C7F9E10-31F8-4ABD-A759-A0788C3066DD}" sibTransId="{CC84521C-E434-48B4-AF83-5B579A7ED1A3}"/>
    <dgm:cxn modelId="{55FB6211-4614-4A01-8BC3-3E7531526F00}" type="presOf" srcId="{EF39D24E-BEEC-4AF3-96FE-598B43FBF41B}" destId="{2FF39887-84EF-450D-8B63-BAB1D579DD79}" srcOrd="0" destOrd="7" presId="urn:microsoft.com/office/officeart/2005/8/layout/hList1"/>
    <dgm:cxn modelId="{44A96D11-7379-41DE-9A4D-D9E0292C631F}" type="presOf" srcId="{7F921F7E-42D3-41B0-943F-91C27BAA3246}" destId="{525ABB80-B600-479D-9D5B-3A268A79E640}" srcOrd="0" destOrd="1" presId="urn:microsoft.com/office/officeart/2005/8/layout/hList1"/>
    <dgm:cxn modelId="{84023212-9DB6-4E25-83E6-453040F71D72}" type="presOf" srcId="{2B8616D6-CBB2-4CA5-A200-52DD7B4DC259}" destId="{5CEF18F8-5595-4E6A-A081-7193F66D971A}" srcOrd="0" destOrd="0" presId="urn:microsoft.com/office/officeart/2005/8/layout/hList1"/>
    <dgm:cxn modelId="{F4B14416-F7E9-4DE0-B84F-AC9975189DA6}" srcId="{69747897-630B-4D91-A01D-D6F12B6B421D}" destId="{D20FED17-3A2B-4FB7-B425-B00B7A4D6451}" srcOrd="2" destOrd="0" parTransId="{4104CDAE-1518-4471-8498-62B9C7D6FF0C}" sibTransId="{E895B4AA-0F15-4470-8120-536E627C103A}"/>
    <dgm:cxn modelId="{3F82D016-AEC6-47E0-8863-0AAAE4DC6BD5}" srcId="{D538D7BB-3B26-4662-8EA4-3E76482D54FE}" destId="{7F921F7E-42D3-41B0-943F-91C27BAA3246}" srcOrd="1" destOrd="0" parTransId="{3939D723-E8B4-49FE-A234-2EEFD1A67745}" sibTransId="{F56F2A4D-DC01-4520-AB1F-52EA32291FF8}"/>
    <dgm:cxn modelId="{ECF8EF25-81DE-4EB5-B849-E7D9211818C3}" srcId="{7F921F7E-42D3-41B0-943F-91C27BAA3246}" destId="{103AD067-17BE-4D5C-B2C5-FEAF58D9A8BE}" srcOrd="0" destOrd="0" parTransId="{9B70DE5E-542B-4531-B5DD-EE2A01E9F3FC}" sibTransId="{B65135C0-7B34-4431-9E66-69A9B9731C6E}"/>
    <dgm:cxn modelId="{2EFE2F2B-DDD6-4094-AF41-28076218E1FD}" type="presOf" srcId="{795F3EAF-90B3-40B8-B57A-AF337BDF7AC2}" destId="{2FF39887-84EF-450D-8B63-BAB1D579DD79}" srcOrd="0" destOrd="2" presId="urn:microsoft.com/office/officeart/2005/8/layout/hList1"/>
    <dgm:cxn modelId="{33FFA62B-8CA6-4DC0-A875-E2B5E695D679}" srcId="{9626ADC0-F8B8-455F-A90E-71C6E90EE371}" destId="{862179EC-95DE-42AC-9B52-92F171C1952B}" srcOrd="0" destOrd="0" parTransId="{4D8BF022-ECB0-4A28-9C44-B8A1524853B1}" sibTransId="{13F86AC6-0122-4CDA-B039-452970672E9B}"/>
    <dgm:cxn modelId="{9A2A2B2D-CFC3-49EA-93B0-FB4E7BAC3A33}" srcId="{9626ADC0-F8B8-455F-A90E-71C6E90EE371}" destId="{5CCACC57-602A-4C95-A4A7-639722321CF2}" srcOrd="2" destOrd="0" parTransId="{152B509C-2127-41D6-BAC5-DB6E7389E4E4}" sibTransId="{F394DB23-3B10-416F-A596-758B1BEAB633}"/>
    <dgm:cxn modelId="{7883C938-CC3F-4FD5-886A-707403AB31A4}" srcId="{020D7CB7-1303-4AE9-B255-38A228D24378}" destId="{E951EDD9-789D-49EB-AC02-744EE61E2A71}" srcOrd="0" destOrd="0" parTransId="{3C5F0DFE-17B7-4CB7-BC71-EA42EB3444C3}" sibTransId="{F88AE33D-A430-4FC2-8965-722C55F2EBB1}"/>
    <dgm:cxn modelId="{7328503A-0C8D-45B8-BC6B-786CBDF02454}" srcId="{B782141E-4945-4FFB-911F-FF5D2846D784}" destId="{7D4144B1-C60C-4BB5-AB03-CB2BF851B990}" srcOrd="0" destOrd="0" parTransId="{3CD8D603-CF68-4CEC-B691-945A35F9DB36}" sibTransId="{CC074561-BA96-4341-9D34-5009FD352C55}"/>
    <dgm:cxn modelId="{645A4D3B-1BA7-46EB-ACD9-0964D4B6063D}" type="presOf" srcId="{9626ADC0-F8B8-455F-A90E-71C6E90EE371}" destId="{DEDAE4CA-1EAB-45D6-942E-CDEEE70A7EA6}" srcOrd="0" destOrd="0" presId="urn:microsoft.com/office/officeart/2005/8/layout/hList1"/>
    <dgm:cxn modelId="{99F9C93E-3CF5-42FC-B57A-7B577F3316EF}" srcId="{67DFB32B-78E3-4085-B681-3DE8276AE535}" destId="{2B8616D6-CBB2-4CA5-A200-52DD7B4DC259}" srcOrd="3" destOrd="0" parTransId="{E268306C-E53F-4439-96F9-CB74B2F24870}" sibTransId="{731A5955-CECF-410B-8A08-44C7D2F17EB7}"/>
    <dgm:cxn modelId="{9237E35F-9A8C-4129-ABC3-6A7C8ADA0729}" type="presOf" srcId="{9DAA8747-D05A-4694-8DFC-D57DAAB7628F}" destId="{2FF39887-84EF-450D-8B63-BAB1D579DD79}" srcOrd="0" destOrd="5" presId="urn:microsoft.com/office/officeart/2005/8/layout/hList1"/>
    <dgm:cxn modelId="{B7183749-1B28-4185-B7E4-EDD0C896731C}" type="presOf" srcId="{251762DE-3021-4DF4-81CC-853F7ABCBF41}" destId="{D8439A84-B55B-4881-B8DC-0CA7EAE181A3}" srcOrd="0" destOrd="2" presId="urn:microsoft.com/office/officeart/2005/8/layout/hList1"/>
    <dgm:cxn modelId="{65098E51-0B4C-4781-8A43-725640354F20}" type="presOf" srcId="{71AAFAC1-AA01-46F7-9C00-2FEA019F886D}" destId="{2FF39887-84EF-450D-8B63-BAB1D579DD79}" srcOrd="0" destOrd="3" presId="urn:microsoft.com/office/officeart/2005/8/layout/hList1"/>
    <dgm:cxn modelId="{632E7B55-38F3-4CCE-A138-87250999A4D2}" type="presOf" srcId="{5CCACC57-602A-4C95-A4A7-639722321CF2}" destId="{15B7B8A8-DCB0-4E71-B56A-D04D9A92EE68}" srcOrd="0" destOrd="2" presId="urn:microsoft.com/office/officeart/2005/8/layout/hList1"/>
    <dgm:cxn modelId="{A5C5CC75-4ABC-4E26-8A74-3CBF4344EBD3}" type="presOf" srcId="{E951EDD9-789D-49EB-AC02-744EE61E2A71}" destId="{D8439A84-B55B-4881-B8DC-0CA7EAE181A3}" srcOrd="0" destOrd="0" presId="urn:microsoft.com/office/officeart/2005/8/layout/hList1"/>
    <dgm:cxn modelId="{48BC8D56-1E76-441B-A81C-86983975F3F3}" type="presOf" srcId="{61AC68AE-5C22-4F8C-88CA-628626DF1317}" destId="{6CD9042F-FFA5-4140-BC70-8056712AF709}" srcOrd="0" destOrd="0" presId="urn:microsoft.com/office/officeart/2005/8/layout/hList1"/>
    <dgm:cxn modelId="{B487E656-0164-4D8F-826D-3D8954993CA9}" srcId="{D538D7BB-3B26-4662-8EA4-3E76482D54FE}" destId="{2654D7D9-EA97-4408-B62D-006ECF621C5C}" srcOrd="0" destOrd="0" parTransId="{506A127E-E1BC-4CFE-AA04-CAA01F45F8EA}" sibTransId="{FFE7B70B-9146-48F5-9BEB-8D4759C862A5}"/>
    <dgm:cxn modelId="{BEC40378-0C66-4983-8F40-DF59212325DB}" type="presOf" srcId="{EA214E78-3854-44C2-9111-954455C45E55}" destId="{2FF39887-84EF-450D-8B63-BAB1D579DD79}" srcOrd="0" destOrd="8" presId="urn:microsoft.com/office/officeart/2005/8/layout/hList1"/>
    <dgm:cxn modelId="{B21D0778-DDB9-4BE3-A3D0-4DB1CF6B2D8D}" srcId="{69747897-630B-4D91-A01D-D6F12B6B421D}" destId="{251762DE-3021-4DF4-81CC-853F7ABCBF41}" srcOrd="0" destOrd="0" parTransId="{F5F5C8BA-7EC3-48F5-985C-F4D4FCBD7B70}" sibTransId="{6D42ED75-883A-4CFA-A739-74A8C5AC52A2}"/>
    <dgm:cxn modelId="{2EA55C7B-88C5-42A6-AE05-BBBC76633276}" srcId="{67DFB32B-78E3-4085-B681-3DE8276AE535}" destId="{03E20FAF-B6A5-4AF5-B976-F939B6A04BA6}" srcOrd="0" destOrd="0" parTransId="{44C29C25-B19B-4DAE-9AB1-58BD1A20C662}" sibTransId="{2FDC8F42-3E28-4327-9B8A-94C3063DE159}"/>
    <dgm:cxn modelId="{BF05B680-8850-44D1-AD44-C4F6247E9653}" srcId="{71AAFAC1-AA01-46F7-9C00-2FEA019F886D}" destId="{9DAA8747-D05A-4694-8DFC-D57DAAB7628F}" srcOrd="1" destOrd="0" parTransId="{C7AB8006-A623-47A2-A653-9B4DD873CE5F}" sibTransId="{52FBBA2B-3AD3-41BF-BD25-EB463F8B797F}"/>
    <dgm:cxn modelId="{81009684-A8B8-4552-B2EB-C6C9B5CE362E}" type="presOf" srcId="{862179EC-95DE-42AC-9B52-92F171C1952B}" destId="{15B7B8A8-DCB0-4E71-B56A-D04D9A92EE68}" srcOrd="0" destOrd="0" presId="urn:microsoft.com/office/officeart/2005/8/layout/hList1"/>
    <dgm:cxn modelId="{F3599C8A-3277-4952-BDC7-165FDC9CA657}" type="presOf" srcId="{67DFB32B-78E3-4085-B681-3DE8276AE535}" destId="{08801B65-68B4-4415-9ADA-B59B4F1078F8}" srcOrd="0" destOrd="0" presId="urn:microsoft.com/office/officeart/2005/8/layout/hList1"/>
    <dgm:cxn modelId="{F285A68C-32DF-4F07-ADA3-A609757C4B2C}" type="presOf" srcId="{69747897-630B-4D91-A01D-D6F12B6B421D}" destId="{D8439A84-B55B-4881-B8DC-0CA7EAE181A3}" srcOrd="0" destOrd="1" presId="urn:microsoft.com/office/officeart/2005/8/layout/hList1"/>
    <dgm:cxn modelId="{70D60590-106A-4A1C-8E61-C81DD01FFE49}" type="presOf" srcId="{D538D7BB-3B26-4662-8EA4-3E76482D54FE}" destId="{FE68837A-E9AD-4CC5-896B-5106D66AF651}" srcOrd="0" destOrd="0" presId="urn:microsoft.com/office/officeart/2005/8/layout/hList1"/>
    <dgm:cxn modelId="{B5008791-B3B8-4348-9174-E3FF9A385635}" srcId="{9626ADC0-F8B8-455F-A90E-71C6E90EE371}" destId="{2B92B3BA-F4CB-4E5F-A7B1-CFAE92E21CDE}" srcOrd="1" destOrd="0" parTransId="{E829E9AF-5E39-4D0C-9EC9-F671889958D0}" sibTransId="{62C26748-A9D3-4EB3-B403-DE0E3B4C331E}"/>
    <dgm:cxn modelId="{36C1B093-6906-45F2-9698-97ED1657E3AB}" srcId="{5795F303-758A-4C2E-AE77-0ABAF4405D55}" destId="{EF39D24E-BEEC-4AF3-96FE-598B43FBF41B}" srcOrd="0" destOrd="0" parTransId="{14A5F665-CC48-476E-850B-63BC0D6EFA93}" sibTransId="{29D088D1-AF76-4B9D-9BBF-427162A8546D}"/>
    <dgm:cxn modelId="{AB88C29E-7BD8-44DF-998A-0A852F1F75D1}" type="presOf" srcId="{5795F303-758A-4C2E-AE77-0ABAF4405D55}" destId="{2FF39887-84EF-450D-8B63-BAB1D579DD79}" srcOrd="0" destOrd="6" presId="urn:microsoft.com/office/officeart/2005/8/layout/hList1"/>
    <dgm:cxn modelId="{E5B0C79E-8E43-4C42-9413-C54E93B3CEB6}" type="presOf" srcId="{D20FED17-3A2B-4FB7-B425-B00B7A4D6451}" destId="{D8439A84-B55B-4881-B8DC-0CA7EAE181A3}" srcOrd="0" destOrd="4" presId="urn:microsoft.com/office/officeart/2005/8/layout/hList1"/>
    <dgm:cxn modelId="{D73BDEA2-C47A-4F18-BF0C-311861B5F2C4}" type="presOf" srcId="{03E20FAF-B6A5-4AF5-B976-F939B6A04BA6}" destId="{258210E9-CE73-45C2-A670-519036D8B6AD}" srcOrd="0" destOrd="0" presId="urn:microsoft.com/office/officeart/2005/8/layout/hList1"/>
    <dgm:cxn modelId="{7B8BC3A5-7561-48CB-AE1A-37337D423004}" type="presOf" srcId="{2654D7D9-EA97-4408-B62D-006ECF621C5C}" destId="{525ABB80-B600-479D-9D5B-3A268A79E640}" srcOrd="0" destOrd="0" presId="urn:microsoft.com/office/officeart/2005/8/layout/hList1"/>
    <dgm:cxn modelId="{EAE642BF-5160-4E47-8581-178ACDBEFDE4}" srcId="{B782141E-4945-4FFB-911F-FF5D2846D784}" destId="{795F3EAF-90B3-40B8-B57A-AF337BDF7AC2}" srcOrd="1" destOrd="0" parTransId="{D11DF3B0-43CD-416F-A8F0-BFB3F71514B8}" sibTransId="{35361694-2153-4792-9945-934F0DC19D44}"/>
    <dgm:cxn modelId="{44C2A8BF-F5F7-423E-98D4-EDE0031FE755}" srcId="{67DFB32B-78E3-4085-B681-3DE8276AE535}" destId="{9626ADC0-F8B8-455F-A90E-71C6E90EE371}" srcOrd="4" destOrd="0" parTransId="{DB7FD4B9-FA3B-4C63-B44C-614A1DB56135}" sibTransId="{867E069C-716B-4F32-AA41-38F3F4665D3A}"/>
    <dgm:cxn modelId="{1690A1C3-8842-403B-9487-FDCBEA7859BF}" srcId="{5795F303-758A-4C2E-AE77-0ABAF4405D55}" destId="{EA214E78-3854-44C2-9111-954455C45E55}" srcOrd="1" destOrd="0" parTransId="{71836645-328E-4828-BD38-3C9079318BFD}" sibTransId="{B23657E0-F2FC-4BA4-95D0-4A1A1FD129C8}"/>
    <dgm:cxn modelId="{11109BC7-2B85-445C-B18B-49D9E76EF43E}" srcId="{D538D7BB-3B26-4662-8EA4-3E76482D54FE}" destId="{0AC21EB3-9589-4B6B-8F7D-18C07958BDD1}" srcOrd="2" destOrd="0" parTransId="{3D2438BA-28E8-4F2A-B360-56E8E4D0C067}" sibTransId="{213E6FB1-F030-4BCC-A536-0C9B590AC876}"/>
    <dgm:cxn modelId="{11FFCCC7-4C15-45F2-9F91-FCC936AF8C7B}" type="presOf" srcId="{B782141E-4945-4FFB-911F-FF5D2846D784}" destId="{2FF39887-84EF-450D-8B63-BAB1D579DD79}" srcOrd="0" destOrd="0" presId="urn:microsoft.com/office/officeart/2005/8/layout/hList1"/>
    <dgm:cxn modelId="{E53CF0C8-FD27-411C-8426-36394ACEC790}" srcId="{2B8616D6-CBB2-4CA5-A200-52DD7B4DC259}" destId="{B782141E-4945-4FFB-911F-FF5D2846D784}" srcOrd="0" destOrd="0" parTransId="{D8B2D92C-56C6-4F0B-B8E9-E22063986CA8}" sibTransId="{20F5DEEE-FCFD-47FA-A723-051942019CEC}"/>
    <dgm:cxn modelId="{5301A8CA-18D5-4EB7-8AEE-810FE2D1638C}" type="presOf" srcId="{0AC21EB3-9589-4B6B-8F7D-18C07958BDD1}" destId="{525ABB80-B600-479D-9D5B-3A268A79E640}" srcOrd="0" destOrd="3" presId="urn:microsoft.com/office/officeart/2005/8/layout/hList1"/>
    <dgm:cxn modelId="{55CDCFD5-61D7-460F-8A9E-D4724C83BCFE}" srcId="{03E20FAF-B6A5-4AF5-B976-F939B6A04BA6}" destId="{61AC68AE-5C22-4F8C-88CA-628626DF1317}" srcOrd="0" destOrd="0" parTransId="{FA6EEC49-A382-4FDB-8641-8F244DB2E13D}" sibTransId="{372AAA3A-95DA-4B73-B313-5DEF45E07DD8}"/>
    <dgm:cxn modelId="{28133FDA-17CA-4634-9407-07EEB65A9491}" type="presOf" srcId="{020D7CB7-1303-4AE9-B255-38A228D24378}" destId="{8749BE1C-6B1B-4421-A247-DB847B15FD27}" srcOrd="0" destOrd="0" presId="urn:microsoft.com/office/officeart/2005/8/layout/hList1"/>
    <dgm:cxn modelId="{1BE227DD-2935-48CC-BBDF-8C77C8A93FED}" type="presOf" srcId="{9710B8C3-E14C-4039-8132-1EC1479FB4EC}" destId="{D8439A84-B55B-4881-B8DC-0CA7EAE181A3}" srcOrd="0" destOrd="3" presId="urn:microsoft.com/office/officeart/2005/8/layout/hList1"/>
    <dgm:cxn modelId="{624861DD-C27E-4E90-92BE-308409B773BE}" type="presOf" srcId="{7D4144B1-C60C-4BB5-AB03-CB2BF851B990}" destId="{2FF39887-84EF-450D-8B63-BAB1D579DD79}" srcOrd="0" destOrd="1" presId="urn:microsoft.com/office/officeart/2005/8/layout/hList1"/>
    <dgm:cxn modelId="{A60B8CEA-974F-4D3F-B3BB-2E169EA6F0AD}" srcId="{71AAFAC1-AA01-46F7-9C00-2FEA019F886D}" destId="{B7E6D4F6-19D1-41C2-84FD-4A669F347337}" srcOrd="0" destOrd="0" parTransId="{95B4177D-3259-49F3-8D56-8EAC67D043D9}" sibTransId="{0328A17D-8B9B-43E5-BF25-2D872DCAB725}"/>
    <dgm:cxn modelId="{6D5B3AEE-D672-4757-B1FD-CC96D6C0CEF7}" srcId="{67DFB32B-78E3-4085-B681-3DE8276AE535}" destId="{D538D7BB-3B26-4662-8EA4-3E76482D54FE}" srcOrd="2" destOrd="0" parTransId="{B5C16102-FDD8-4FFB-88F6-9EA50E786834}" sibTransId="{2CB58594-6D07-4B31-8855-5986D575D8B8}"/>
    <dgm:cxn modelId="{8EBB5FEF-48E4-4570-8071-3592AF094D24}" type="presOf" srcId="{2B92B3BA-F4CB-4E5F-A7B1-CFAE92E21CDE}" destId="{15B7B8A8-DCB0-4E71-B56A-D04D9A92EE68}" srcOrd="0" destOrd="1" presId="urn:microsoft.com/office/officeart/2005/8/layout/hList1"/>
    <dgm:cxn modelId="{34C776F3-EEE5-40AF-A91C-592EF21F3236}" type="presOf" srcId="{B7E6D4F6-19D1-41C2-84FD-4A669F347337}" destId="{2FF39887-84EF-450D-8B63-BAB1D579DD79}" srcOrd="0" destOrd="4" presId="urn:microsoft.com/office/officeart/2005/8/layout/hList1"/>
    <dgm:cxn modelId="{44200CF4-DB40-40C5-9AB6-AFB0FED55220}" srcId="{020D7CB7-1303-4AE9-B255-38A228D24378}" destId="{69747897-630B-4D91-A01D-D6F12B6B421D}" srcOrd="1" destOrd="0" parTransId="{EDD73BDE-006D-4311-9E36-E6AC14B5F546}" sibTransId="{DC623BFA-E2B8-404F-AEED-A9C85468B5AC}"/>
    <dgm:cxn modelId="{A18E99F5-1CD7-4BBD-8D4C-CF58138467C2}" srcId="{67DFB32B-78E3-4085-B681-3DE8276AE535}" destId="{020D7CB7-1303-4AE9-B255-38A228D24378}" srcOrd="1" destOrd="0" parTransId="{490C4801-B87A-4491-AF91-48EDB594DFAD}" sibTransId="{0559EBB6-DD7A-4FA6-AA4D-119CF428FD24}"/>
    <dgm:cxn modelId="{0BBBB1F7-7FAA-4CA2-9427-D145F10A9E69}" type="presOf" srcId="{103AD067-17BE-4D5C-B2C5-FEAF58D9A8BE}" destId="{525ABB80-B600-479D-9D5B-3A268A79E640}" srcOrd="0" destOrd="2" presId="urn:microsoft.com/office/officeart/2005/8/layout/hList1"/>
    <dgm:cxn modelId="{6F8F5C6B-A1A7-4D7D-95ED-CD2E25D87205}" type="presParOf" srcId="{08801B65-68B4-4415-9ADA-B59B4F1078F8}" destId="{65EC53DB-639C-4A7F-8616-CDC34381BEBF}" srcOrd="0" destOrd="0" presId="urn:microsoft.com/office/officeart/2005/8/layout/hList1"/>
    <dgm:cxn modelId="{9148F48D-0056-4BCC-B30E-D0581AF1A881}" type="presParOf" srcId="{65EC53DB-639C-4A7F-8616-CDC34381BEBF}" destId="{258210E9-CE73-45C2-A670-519036D8B6AD}" srcOrd="0" destOrd="0" presId="urn:microsoft.com/office/officeart/2005/8/layout/hList1"/>
    <dgm:cxn modelId="{CED1A392-D08B-40B1-A994-CDC60087107F}" type="presParOf" srcId="{65EC53DB-639C-4A7F-8616-CDC34381BEBF}" destId="{6CD9042F-FFA5-4140-BC70-8056712AF709}" srcOrd="1" destOrd="0" presId="urn:microsoft.com/office/officeart/2005/8/layout/hList1"/>
    <dgm:cxn modelId="{AE6B1138-4430-44C1-B47F-0ECFE8328A54}" type="presParOf" srcId="{08801B65-68B4-4415-9ADA-B59B4F1078F8}" destId="{931A559C-A322-4007-8444-FC41DB3B63C3}" srcOrd="1" destOrd="0" presId="urn:microsoft.com/office/officeart/2005/8/layout/hList1"/>
    <dgm:cxn modelId="{89C2D8C3-F06A-49F1-B292-607D89009D8C}" type="presParOf" srcId="{08801B65-68B4-4415-9ADA-B59B4F1078F8}" destId="{F1CDFFCE-D3FE-47F6-B799-546A4B317617}" srcOrd="2" destOrd="0" presId="urn:microsoft.com/office/officeart/2005/8/layout/hList1"/>
    <dgm:cxn modelId="{6EC6FA6D-E556-43C4-85D3-74C6C349816E}" type="presParOf" srcId="{F1CDFFCE-D3FE-47F6-B799-546A4B317617}" destId="{8749BE1C-6B1B-4421-A247-DB847B15FD27}" srcOrd="0" destOrd="0" presId="urn:microsoft.com/office/officeart/2005/8/layout/hList1"/>
    <dgm:cxn modelId="{E7B4C692-1317-4BDF-97A3-6D255254E163}" type="presParOf" srcId="{F1CDFFCE-D3FE-47F6-B799-546A4B317617}" destId="{D8439A84-B55B-4881-B8DC-0CA7EAE181A3}" srcOrd="1" destOrd="0" presId="urn:microsoft.com/office/officeart/2005/8/layout/hList1"/>
    <dgm:cxn modelId="{193315C6-77A5-4BF7-9056-7D539B2E5C12}" type="presParOf" srcId="{08801B65-68B4-4415-9ADA-B59B4F1078F8}" destId="{49E39306-509A-4526-9209-BEE9C4B93C7A}" srcOrd="3" destOrd="0" presId="urn:microsoft.com/office/officeart/2005/8/layout/hList1"/>
    <dgm:cxn modelId="{8577E765-1004-4B03-A45C-F44258A6F06B}" type="presParOf" srcId="{08801B65-68B4-4415-9ADA-B59B4F1078F8}" destId="{1218EAD5-81A9-4A1D-AF54-0F0184DDC135}" srcOrd="4" destOrd="0" presId="urn:microsoft.com/office/officeart/2005/8/layout/hList1"/>
    <dgm:cxn modelId="{E02E7A7C-78DD-49B4-9D68-C2C3649EFE65}" type="presParOf" srcId="{1218EAD5-81A9-4A1D-AF54-0F0184DDC135}" destId="{FE68837A-E9AD-4CC5-896B-5106D66AF651}" srcOrd="0" destOrd="0" presId="urn:microsoft.com/office/officeart/2005/8/layout/hList1"/>
    <dgm:cxn modelId="{246B1BAE-E834-4C1B-B04A-46936772E4D1}" type="presParOf" srcId="{1218EAD5-81A9-4A1D-AF54-0F0184DDC135}" destId="{525ABB80-B600-479D-9D5B-3A268A79E640}" srcOrd="1" destOrd="0" presId="urn:microsoft.com/office/officeart/2005/8/layout/hList1"/>
    <dgm:cxn modelId="{702AF2F2-90A9-4E2F-9B84-40EFCA178313}" type="presParOf" srcId="{08801B65-68B4-4415-9ADA-B59B4F1078F8}" destId="{C491F6F0-7934-45D3-A1A7-F9C30188B3D1}" srcOrd="5" destOrd="0" presId="urn:microsoft.com/office/officeart/2005/8/layout/hList1"/>
    <dgm:cxn modelId="{99EAB644-0327-4C91-A30D-69C7896B946F}" type="presParOf" srcId="{08801B65-68B4-4415-9ADA-B59B4F1078F8}" destId="{BBDC0889-D8C4-41B6-9D31-C3707D5578AD}" srcOrd="6" destOrd="0" presId="urn:microsoft.com/office/officeart/2005/8/layout/hList1"/>
    <dgm:cxn modelId="{9E9FE3BA-AFAF-4986-ADD7-70A109AD1CF8}" type="presParOf" srcId="{BBDC0889-D8C4-41B6-9D31-C3707D5578AD}" destId="{5CEF18F8-5595-4E6A-A081-7193F66D971A}" srcOrd="0" destOrd="0" presId="urn:microsoft.com/office/officeart/2005/8/layout/hList1"/>
    <dgm:cxn modelId="{BF409393-3098-4F5C-AAE9-32E45927B290}" type="presParOf" srcId="{BBDC0889-D8C4-41B6-9D31-C3707D5578AD}" destId="{2FF39887-84EF-450D-8B63-BAB1D579DD79}" srcOrd="1" destOrd="0" presId="urn:microsoft.com/office/officeart/2005/8/layout/hList1"/>
    <dgm:cxn modelId="{0B829A2D-45C0-4565-9AFC-7FEFC2D2608D}" type="presParOf" srcId="{08801B65-68B4-4415-9ADA-B59B4F1078F8}" destId="{A50482B1-C1C5-44A2-A61C-0EC24584164C}" srcOrd="7" destOrd="0" presId="urn:microsoft.com/office/officeart/2005/8/layout/hList1"/>
    <dgm:cxn modelId="{47A5BBC7-0A15-42DF-9786-DAC992A922CC}" type="presParOf" srcId="{08801B65-68B4-4415-9ADA-B59B4F1078F8}" destId="{58FA3902-68F1-45D9-95A6-1B277708FC49}" srcOrd="8" destOrd="0" presId="urn:microsoft.com/office/officeart/2005/8/layout/hList1"/>
    <dgm:cxn modelId="{78C7844F-0938-4F6B-A4D2-347F0ECF4D65}" type="presParOf" srcId="{58FA3902-68F1-45D9-95A6-1B277708FC49}" destId="{DEDAE4CA-1EAB-45D6-942E-CDEEE70A7EA6}" srcOrd="0" destOrd="0" presId="urn:microsoft.com/office/officeart/2005/8/layout/hList1"/>
    <dgm:cxn modelId="{76904A9E-4B6E-4196-B6BA-216289D1231C}" type="presParOf" srcId="{58FA3902-68F1-45D9-95A6-1B277708FC49}" destId="{15B7B8A8-DCB0-4E71-B56A-D04D9A92EE6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D8A6010-FEA5-40D2-97D1-13EC5208E9C7}" type="doc">
      <dgm:prSet loTypeId="urn:microsoft.com/office/officeart/2005/8/layout/vList5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C96ECDAB-AA72-4666-B926-1E1502DB3472}">
      <dgm:prSet custT="1"/>
      <dgm:spPr/>
      <dgm:t>
        <a:bodyPr/>
        <a:lstStyle/>
        <a:p>
          <a:r>
            <a:rPr lang="en-IN" sz="1000" b="1"/>
            <a:t>Key Recommendations</a:t>
          </a:r>
          <a:endParaRPr lang="en-IN" sz="1000"/>
        </a:p>
      </dgm:t>
    </dgm:pt>
    <dgm:pt modelId="{15881590-509C-44E9-AB44-41C2D6D7F6BB}" type="parTrans" cxnId="{59A65666-D6BF-433A-A669-A071678104F0}">
      <dgm:prSet/>
      <dgm:spPr/>
      <dgm:t>
        <a:bodyPr/>
        <a:lstStyle/>
        <a:p>
          <a:endParaRPr lang="en-IN" sz="1000"/>
        </a:p>
      </dgm:t>
    </dgm:pt>
    <dgm:pt modelId="{5F61CB90-2A9C-44C8-B03D-29D56D410556}" type="sibTrans" cxnId="{59A65666-D6BF-433A-A669-A071678104F0}">
      <dgm:prSet/>
      <dgm:spPr/>
      <dgm:t>
        <a:bodyPr/>
        <a:lstStyle/>
        <a:p>
          <a:endParaRPr lang="en-IN" sz="1000"/>
        </a:p>
      </dgm:t>
    </dgm:pt>
    <dgm:pt modelId="{ADCE5605-FC01-4F78-B8B3-46F283720706}">
      <dgm:prSet custT="1"/>
      <dgm:spPr/>
      <dgm:t>
        <a:bodyPr/>
        <a:lstStyle/>
        <a:p>
          <a:r>
            <a:rPr lang="en-IN" sz="1000" b="1"/>
            <a:t>Targeted Tutoring (At-Risk Students – C1):</a:t>
          </a:r>
          <a:br>
            <a:rPr lang="en-IN" sz="1000"/>
          </a:br>
          <a:r>
            <a:rPr lang="en-IN" sz="1000"/>
            <a:t>Remedial classes &amp; personalized support plans </a:t>
          </a:r>
        </a:p>
      </dgm:t>
    </dgm:pt>
    <dgm:pt modelId="{76FCFBDB-D843-4AE2-9145-BB1F09C34359}" type="parTrans" cxnId="{96CDEF6B-2C2B-43AA-91FA-ABE5268E2D62}">
      <dgm:prSet/>
      <dgm:spPr/>
      <dgm:t>
        <a:bodyPr/>
        <a:lstStyle/>
        <a:p>
          <a:endParaRPr lang="en-IN" sz="1000"/>
        </a:p>
      </dgm:t>
    </dgm:pt>
    <dgm:pt modelId="{2DA6F2FA-66FE-4A3A-BB9F-36808069A7AC}" type="sibTrans" cxnId="{96CDEF6B-2C2B-43AA-91FA-ABE5268E2D62}">
      <dgm:prSet/>
      <dgm:spPr/>
      <dgm:t>
        <a:bodyPr/>
        <a:lstStyle/>
        <a:p>
          <a:endParaRPr lang="en-IN" sz="1000"/>
        </a:p>
      </dgm:t>
    </dgm:pt>
    <dgm:pt modelId="{17B2C9E0-D5D5-4897-9F90-10F2E7C7190E}">
      <dgm:prSet custT="1"/>
      <dgm:spPr/>
      <dgm:t>
        <a:bodyPr/>
        <a:lstStyle/>
        <a:p>
          <a:r>
            <a:rPr lang="en-IN" sz="1000" b="1"/>
            <a:t>Attendance Monitoring (C3):</a:t>
          </a:r>
          <a:br>
            <a:rPr lang="en-IN" sz="1000"/>
          </a:br>
          <a:r>
            <a:rPr lang="en-IN" sz="1000"/>
            <a:t>Tracking systems &amp; counseling for frequent absentees </a:t>
          </a:r>
        </a:p>
      </dgm:t>
    </dgm:pt>
    <dgm:pt modelId="{CB34EA06-A34D-4E80-BDB9-269F0CF4A483}" type="parTrans" cxnId="{839A6540-9E31-41ED-96B6-F7B36D7F2DEB}">
      <dgm:prSet/>
      <dgm:spPr/>
      <dgm:t>
        <a:bodyPr/>
        <a:lstStyle/>
        <a:p>
          <a:endParaRPr lang="en-IN" sz="1000"/>
        </a:p>
      </dgm:t>
    </dgm:pt>
    <dgm:pt modelId="{5D5795F6-D793-494F-A0CA-ED4E04C9998F}" type="sibTrans" cxnId="{839A6540-9E31-41ED-96B6-F7B36D7F2DEB}">
      <dgm:prSet/>
      <dgm:spPr/>
      <dgm:t>
        <a:bodyPr/>
        <a:lstStyle/>
        <a:p>
          <a:endParaRPr lang="en-IN" sz="1000"/>
        </a:p>
      </dgm:t>
    </dgm:pt>
    <dgm:pt modelId="{3F644A37-4FEB-4143-B9CE-EFD3FDB850CA}">
      <dgm:prSet custT="1"/>
      <dgm:spPr/>
      <dgm:t>
        <a:bodyPr/>
        <a:lstStyle/>
        <a:p>
          <a:r>
            <a:rPr lang="en-IN" sz="1000" b="1" dirty="0"/>
            <a:t>Structured Study Programs:</a:t>
          </a:r>
          <a:br>
            <a:rPr lang="en-IN" sz="1000" dirty="0"/>
          </a:br>
          <a:r>
            <a:rPr lang="en-IN" sz="1000" dirty="0"/>
            <a:t>Guided schedules &amp; time management support </a:t>
          </a:r>
        </a:p>
      </dgm:t>
    </dgm:pt>
    <dgm:pt modelId="{FE0A561A-4E5A-46AF-B63F-CD69CBC7A5AA}" type="parTrans" cxnId="{83E5A1CE-612C-4812-A9C0-F179D0313CEA}">
      <dgm:prSet/>
      <dgm:spPr/>
      <dgm:t>
        <a:bodyPr/>
        <a:lstStyle/>
        <a:p>
          <a:endParaRPr lang="en-IN" sz="1000"/>
        </a:p>
      </dgm:t>
    </dgm:pt>
    <dgm:pt modelId="{5205B0B8-7B35-40E3-906E-63E27AAD5475}" type="sibTrans" cxnId="{83E5A1CE-612C-4812-A9C0-F179D0313CEA}">
      <dgm:prSet/>
      <dgm:spPr/>
      <dgm:t>
        <a:bodyPr/>
        <a:lstStyle/>
        <a:p>
          <a:endParaRPr lang="en-IN" sz="1000"/>
        </a:p>
      </dgm:t>
    </dgm:pt>
    <dgm:pt modelId="{D1FCCDA2-64A7-4A78-8E00-7BF2708E0951}">
      <dgm:prSet custT="1"/>
      <dgm:spPr/>
      <dgm:t>
        <a:bodyPr/>
        <a:lstStyle/>
        <a:p>
          <a:r>
            <a:rPr lang="en-IN" sz="1000" b="1" dirty="0"/>
            <a:t>Strengthen Support Systems:</a:t>
          </a:r>
          <a:br>
            <a:rPr lang="en-IN" sz="1000" dirty="0"/>
          </a:br>
          <a:r>
            <a:rPr lang="en-IN" sz="1000" dirty="0"/>
            <a:t>Increase parental involvement &amp; school support initiatives </a:t>
          </a:r>
        </a:p>
      </dgm:t>
    </dgm:pt>
    <dgm:pt modelId="{B2B2E8FA-F6FE-4135-81BD-C65A60B8363D}" type="parTrans" cxnId="{2C3A2713-8AB3-4D69-94EB-39133933E785}">
      <dgm:prSet/>
      <dgm:spPr/>
      <dgm:t>
        <a:bodyPr/>
        <a:lstStyle/>
        <a:p>
          <a:endParaRPr lang="en-IN" sz="1000"/>
        </a:p>
      </dgm:t>
    </dgm:pt>
    <dgm:pt modelId="{9852B090-973B-430A-A56A-7771EF93F2C2}" type="sibTrans" cxnId="{2C3A2713-8AB3-4D69-94EB-39133933E785}">
      <dgm:prSet/>
      <dgm:spPr/>
      <dgm:t>
        <a:bodyPr/>
        <a:lstStyle/>
        <a:p>
          <a:endParaRPr lang="en-IN" sz="1000"/>
        </a:p>
      </dgm:t>
    </dgm:pt>
    <dgm:pt modelId="{9A3AF926-0094-48EA-B0AB-2F9FDC55A37C}">
      <dgm:prSet custT="1"/>
      <dgm:spPr/>
      <dgm:t>
        <a:bodyPr/>
        <a:lstStyle/>
        <a:p>
          <a:r>
            <a:rPr lang="en-IN" sz="1000" b="1"/>
            <a:t>Digital Access Support:</a:t>
          </a:r>
          <a:br>
            <a:rPr lang="en-IN" sz="1000"/>
          </a:br>
          <a:r>
            <a:rPr lang="en-IN" sz="1000"/>
            <a:t>Provide internet &amp; learning resources for underserved students </a:t>
          </a:r>
        </a:p>
      </dgm:t>
    </dgm:pt>
    <dgm:pt modelId="{2A8ADF49-4327-427C-80C5-B313AACCE428}" type="parTrans" cxnId="{25CE0D07-CFDF-4237-8711-337199010556}">
      <dgm:prSet/>
      <dgm:spPr/>
      <dgm:t>
        <a:bodyPr/>
        <a:lstStyle/>
        <a:p>
          <a:endParaRPr lang="en-IN" sz="1000"/>
        </a:p>
      </dgm:t>
    </dgm:pt>
    <dgm:pt modelId="{0B3B5EF2-5E98-483D-AA7D-513ED7F07404}" type="sibTrans" cxnId="{25CE0D07-CFDF-4237-8711-337199010556}">
      <dgm:prSet/>
      <dgm:spPr/>
      <dgm:t>
        <a:bodyPr/>
        <a:lstStyle/>
        <a:p>
          <a:endParaRPr lang="en-IN" sz="1000"/>
        </a:p>
      </dgm:t>
    </dgm:pt>
    <dgm:pt modelId="{D984E93C-F7BD-46EE-8F29-D793193E38AB}">
      <dgm:prSet custT="1"/>
      <dgm:spPr/>
      <dgm:t>
        <a:bodyPr/>
        <a:lstStyle/>
        <a:p>
          <a:r>
            <a:rPr lang="en-IN" sz="1000" b="1"/>
            <a:t>Limitations</a:t>
          </a:r>
          <a:endParaRPr lang="en-IN" sz="1000"/>
        </a:p>
      </dgm:t>
    </dgm:pt>
    <dgm:pt modelId="{D69A373D-F5AD-413B-B1EC-515C7DE563E6}" type="parTrans" cxnId="{FE7B4C16-94DE-4A1F-838E-DC47E487422E}">
      <dgm:prSet/>
      <dgm:spPr/>
      <dgm:t>
        <a:bodyPr/>
        <a:lstStyle/>
        <a:p>
          <a:endParaRPr lang="en-IN" sz="1000"/>
        </a:p>
      </dgm:t>
    </dgm:pt>
    <dgm:pt modelId="{872EB5DB-E4E5-4EC5-9A2D-5068611A8CBB}" type="sibTrans" cxnId="{FE7B4C16-94DE-4A1F-838E-DC47E487422E}">
      <dgm:prSet/>
      <dgm:spPr/>
      <dgm:t>
        <a:bodyPr/>
        <a:lstStyle/>
        <a:p>
          <a:endParaRPr lang="en-IN" sz="1000"/>
        </a:p>
      </dgm:t>
    </dgm:pt>
    <dgm:pt modelId="{F0D4C2D2-1E3C-4DE5-9815-468C8A1FBDA2}">
      <dgm:prSet custT="1"/>
      <dgm:spPr/>
      <dgm:t>
        <a:bodyPr/>
        <a:lstStyle/>
        <a:p>
          <a:r>
            <a:rPr lang="en-IN" sz="1000" b="1"/>
            <a:t>Moderate Accuracy:</a:t>
          </a:r>
          <a:r>
            <a:rPr lang="en-IN" sz="1000"/>
            <a:t> R² ~0.43 (partial variance explained) </a:t>
          </a:r>
        </a:p>
      </dgm:t>
    </dgm:pt>
    <dgm:pt modelId="{DDE2FFD8-0C95-4CD3-AC9B-373427B233D0}" type="parTrans" cxnId="{913A8682-41D4-4D56-AEA0-D16AD75F3DED}">
      <dgm:prSet/>
      <dgm:spPr/>
      <dgm:t>
        <a:bodyPr/>
        <a:lstStyle/>
        <a:p>
          <a:endParaRPr lang="en-IN" sz="1000"/>
        </a:p>
      </dgm:t>
    </dgm:pt>
    <dgm:pt modelId="{7E8C28BB-95A6-420A-A472-05C60FC75FE3}" type="sibTrans" cxnId="{913A8682-41D4-4D56-AEA0-D16AD75F3DED}">
      <dgm:prSet/>
      <dgm:spPr/>
      <dgm:t>
        <a:bodyPr/>
        <a:lstStyle/>
        <a:p>
          <a:endParaRPr lang="en-IN" sz="1000"/>
        </a:p>
      </dgm:t>
    </dgm:pt>
    <dgm:pt modelId="{FDBCF1DC-5C4F-4C45-BD9D-DD545047496F}">
      <dgm:prSet custT="1"/>
      <dgm:spPr/>
      <dgm:t>
        <a:bodyPr/>
        <a:lstStyle/>
        <a:p>
          <a:r>
            <a:rPr lang="en-IN" sz="1000" b="1"/>
            <a:t>Self-Reported Data Bias:</a:t>
          </a:r>
          <a:r>
            <a:rPr lang="en-IN" sz="1000"/>
            <a:t> Possible inaccuracies </a:t>
          </a:r>
        </a:p>
      </dgm:t>
    </dgm:pt>
    <dgm:pt modelId="{58D11F98-6E8E-4AF9-BBDF-B957739E2171}" type="parTrans" cxnId="{86670915-464D-4AB7-B8B4-E7B518F931B8}">
      <dgm:prSet/>
      <dgm:spPr/>
      <dgm:t>
        <a:bodyPr/>
        <a:lstStyle/>
        <a:p>
          <a:endParaRPr lang="en-IN" sz="1000"/>
        </a:p>
      </dgm:t>
    </dgm:pt>
    <dgm:pt modelId="{9E1838F2-69FF-4590-AC3C-7F4E7C2EA324}" type="sibTrans" cxnId="{86670915-464D-4AB7-B8B4-E7B518F931B8}">
      <dgm:prSet/>
      <dgm:spPr/>
      <dgm:t>
        <a:bodyPr/>
        <a:lstStyle/>
        <a:p>
          <a:endParaRPr lang="en-IN" sz="1000"/>
        </a:p>
      </dgm:t>
    </dgm:pt>
    <dgm:pt modelId="{61725363-0B31-47B9-A869-F5BD2AE8D47D}">
      <dgm:prSet custT="1"/>
      <dgm:spPr/>
      <dgm:t>
        <a:bodyPr/>
        <a:lstStyle/>
        <a:p>
          <a:r>
            <a:rPr lang="en-IN" sz="1000" b="1"/>
            <a:t>Limited Features:</a:t>
          </a:r>
          <a:r>
            <a:rPr lang="en-IN" sz="1000"/>
            <a:t> Missing socio-economic, psychological, teacher factors </a:t>
          </a:r>
        </a:p>
      </dgm:t>
    </dgm:pt>
    <dgm:pt modelId="{FDFCA399-96F0-4795-99FB-400BECF40105}" type="parTrans" cxnId="{0F9C8D27-794D-477A-94DC-97A15F015DE9}">
      <dgm:prSet/>
      <dgm:spPr/>
      <dgm:t>
        <a:bodyPr/>
        <a:lstStyle/>
        <a:p>
          <a:endParaRPr lang="en-IN" sz="1000"/>
        </a:p>
      </dgm:t>
    </dgm:pt>
    <dgm:pt modelId="{674B2BD7-7A1D-4C3C-91B2-5530925F1111}" type="sibTrans" cxnId="{0F9C8D27-794D-477A-94DC-97A15F015DE9}">
      <dgm:prSet/>
      <dgm:spPr/>
      <dgm:t>
        <a:bodyPr/>
        <a:lstStyle/>
        <a:p>
          <a:endParaRPr lang="en-IN" sz="1000"/>
        </a:p>
      </dgm:t>
    </dgm:pt>
    <dgm:pt modelId="{0FB8C416-47AA-41CB-9C89-0A425CF114CC}">
      <dgm:prSet custT="1"/>
      <dgm:spPr/>
      <dgm:t>
        <a:bodyPr/>
        <a:lstStyle/>
        <a:p>
          <a:r>
            <a:rPr lang="en-IN" sz="1000" b="1" dirty="0"/>
            <a:t>Generalizability:</a:t>
          </a:r>
          <a:r>
            <a:rPr lang="en-IN" sz="1000" dirty="0"/>
            <a:t> Data from only 2 schools </a:t>
          </a:r>
        </a:p>
      </dgm:t>
    </dgm:pt>
    <dgm:pt modelId="{CC5E03A8-FF3F-41AD-BD99-C22D63C4C5BF}" type="parTrans" cxnId="{4431E85A-9AD3-4652-882D-D912AA50FB11}">
      <dgm:prSet/>
      <dgm:spPr/>
      <dgm:t>
        <a:bodyPr/>
        <a:lstStyle/>
        <a:p>
          <a:endParaRPr lang="en-IN" sz="1000"/>
        </a:p>
      </dgm:t>
    </dgm:pt>
    <dgm:pt modelId="{0ED954E1-2BE5-4B02-9AE8-D75D229432D7}" type="sibTrans" cxnId="{4431E85A-9AD3-4652-882D-D912AA50FB11}">
      <dgm:prSet/>
      <dgm:spPr/>
      <dgm:t>
        <a:bodyPr/>
        <a:lstStyle/>
        <a:p>
          <a:endParaRPr lang="en-IN" sz="1000"/>
        </a:p>
      </dgm:t>
    </dgm:pt>
    <dgm:pt modelId="{67FB4738-C0DB-4B01-8D2B-0E6902A4FCF2}">
      <dgm:prSet custT="1"/>
      <dgm:spPr/>
      <dgm:t>
        <a:bodyPr/>
        <a:lstStyle/>
        <a:p>
          <a:r>
            <a:rPr lang="en-IN" sz="1000" b="1"/>
            <a:t>Initial Overfitting:</a:t>
          </a:r>
          <a:r>
            <a:rPr lang="en-IN" sz="1000"/>
            <a:t> Required tuning for stability </a:t>
          </a:r>
        </a:p>
      </dgm:t>
    </dgm:pt>
    <dgm:pt modelId="{677E2A31-0029-444F-AEFF-BD7F1B5F6C4F}" type="parTrans" cxnId="{1AED25C5-17E5-41BE-AFB1-7910E010FC80}">
      <dgm:prSet/>
      <dgm:spPr/>
      <dgm:t>
        <a:bodyPr/>
        <a:lstStyle/>
        <a:p>
          <a:endParaRPr lang="en-IN" sz="1000"/>
        </a:p>
      </dgm:t>
    </dgm:pt>
    <dgm:pt modelId="{B366646C-C6FA-4E6F-B250-89984C788AD1}" type="sibTrans" cxnId="{1AED25C5-17E5-41BE-AFB1-7910E010FC80}">
      <dgm:prSet/>
      <dgm:spPr/>
      <dgm:t>
        <a:bodyPr/>
        <a:lstStyle/>
        <a:p>
          <a:endParaRPr lang="en-IN" sz="1000"/>
        </a:p>
      </dgm:t>
    </dgm:pt>
    <dgm:pt modelId="{DCCAE5C3-781E-44DF-9402-493E464E3652}">
      <dgm:prSet custT="1"/>
      <dgm:spPr/>
      <dgm:t>
        <a:bodyPr/>
        <a:lstStyle/>
        <a:p>
          <a:r>
            <a:rPr lang="en-IN" sz="1000" b="1"/>
            <a:t>Next Steps</a:t>
          </a:r>
          <a:endParaRPr lang="en-IN" sz="1000"/>
        </a:p>
      </dgm:t>
    </dgm:pt>
    <dgm:pt modelId="{0C76403D-7B8B-4DD9-AAC0-B0AE98798601}" type="parTrans" cxnId="{B57A6B75-2C44-4085-AA7B-4E10C1402647}">
      <dgm:prSet/>
      <dgm:spPr/>
      <dgm:t>
        <a:bodyPr/>
        <a:lstStyle/>
        <a:p>
          <a:endParaRPr lang="en-IN" sz="1000"/>
        </a:p>
      </dgm:t>
    </dgm:pt>
    <dgm:pt modelId="{E91027CE-045A-410E-B8A7-EF7FFA421C06}" type="sibTrans" cxnId="{B57A6B75-2C44-4085-AA7B-4E10C1402647}">
      <dgm:prSet/>
      <dgm:spPr/>
      <dgm:t>
        <a:bodyPr/>
        <a:lstStyle/>
        <a:p>
          <a:endParaRPr lang="en-IN" sz="1000"/>
        </a:p>
      </dgm:t>
    </dgm:pt>
    <dgm:pt modelId="{D53C5396-667A-400E-9F6F-45C850BF2497}">
      <dgm:prSet custT="1"/>
      <dgm:spPr/>
      <dgm:t>
        <a:bodyPr/>
        <a:lstStyle/>
        <a:p>
          <a:r>
            <a:rPr lang="en-IN" sz="1000" b="1"/>
            <a:t>Feature Enrichment:</a:t>
          </a:r>
          <a:r>
            <a:rPr lang="en-IN" sz="1000"/>
            <a:t> Add motivation, teacher feedback, socio-economic data </a:t>
          </a:r>
        </a:p>
      </dgm:t>
    </dgm:pt>
    <dgm:pt modelId="{D415B0B8-7F94-4CA1-BA39-0A068E5DFF9E}" type="parTrans" cxnId="{37979777-DCF0-4D5D-BF41-791C9C74CF77}">
      <dgm:prSet/>
      <dgm:spPr/>
      <dgm:t>
        <a:bodyPr/>
        <a:lstStyle/>
        <a:p>
          <a:endParaRPr lang="en-IN" sz="1000"/>
        </a:p>
      </dgm:t>
    </dgm:pt>
    <dgm:pt modelId="{71E99098-150D-469B-83D9-EA94D3FDF8DB}" type="sibTrans" cxnId="{37979777-DCF0-4D5D-BF41-791C9C74CF77}">
      <dgm:prSet/>
      <dgm:spPr/>
      <dgm:t>
        <a:bodyPr/>
        <a:lstStyle/>
        <a:p>
          <a:endParaRPr lang="en-IN" sz="1000"/>
        </a:p>
      </dgm:t>
    </dgm:pt>
    <dgm:pt modelId="{3C329B24-5995-49FF-91A1-ADD02A925311}">
      <dgm:prSet custT="1"/>
      <dgm:spPr/>
      <dgm:t>
        <a:bodyPr/>
        <a:lstStyle/>
        <a:p>
          <a:r>
            <a:rPr lang="en-IN" sz="1000" b="1"/>
            <a:t>Advanced Models:</a:t>
          </a:r>
          <a:r>
            <a:rPr lang="en-IN" sz="1000"/>
            <a:t> Explore ensembles, deep learning, time-series analysis </a:t>
          </a:r>
        </a:p>
      </dgm:t>
    </dgm:pt>
    <dgm:pt modelId="{1C996C95-22D5-45C1-AD95-32A8FD656828}" type="parTrans" cxnId="{0B77D9E6-58C9-485F-BED8-D72083ED5213}">
      <dgm:prSet/>
      <dgm:spPr/>
      <dgm:t>
        <a:bodyPr/>
        <a:lstStyle/>
        <a:p>
          <a:endParaRPr lang="en-IN" sz="1000"/>
        </a:p>
      </dgm:t>
    </dgm:pt>
    <dgm:pt modelId="{FB3D77A6-88FB-481C-A810-6A0D819DC680}" type="sibTrans" cxnId="{0B77D9E6-58C9-485F-BED8-D72083ED5213}">
      <dgm:prSet/>
      <dgm:spPr/>
      <dgm:t>
        <a:bodyPr/>
        <a:lstStyle/>
        <a:p>
          <a:endParaRPr lang="en-IN" sz="1000"/>
        </a:p>
      </dgm:t>
    </dgm:pt>
    <dgm:pt modelId="{FB20EFBE-00C5-4E05-938C-5B9A1FE6122B}">
      <dgm:prSet custT="1"/>
      <dgm:spPr/>
      <dgm:t>
        <a:bodyPr/>
        <a:lstStyle/>
        <a:p>
          <a:r>
            <a:rPr lang="en-IN" sz="1000" b="1"/>
            <a:t>Model Monitoring:</a:t>
          </a:r>
          <a:r>
            <a:rPr lang="en-IN" sz="1000"/>
            <a:t> Track drift &amp; retrain periodically </a:t>
          </a:r>
        </a:p>
      </dgm:t>
    </dgm:pt>
    <dgm:pt modelId="{2A655C1B-A757-4C55-9ABC-CACB6E876459}" type="parTrans" cxnId="{38978E11-47C5-44FD-B49E-1BA48FB5407E}">
      <dgm:prSet/>
      <dgm:spPr/>
      <dgm:t>
        <a:bodyPr/>
        <a:lstStyle/>
        <a:p>
          <a:endParaRPr lang="en-IN" sz="1000"/>
        </a:p>
      </dgm:t>
    </dgm:pt>
    <dgm:pt modelId="{4E4FED15-ABAC-418B-BE10-B463626EEAF5}" type="sibTrans" cxnId="{38978E11-47C5-44FD-B49E-1BA48FB5407E}">
      <dgm:prSet/>
      <dgm:spPr/>
      <dgm:t>
        <a:bodyPr/>
        <a:lstStyle/>
        <a:p>
          <a:endParaRPr lang="en-IN" sz="1000"/>
        </a:p>
      </dgm:t>
    </dgm:pt>
    <dgm:pt modelId="{1C39FF16-4E9E-4990-81C3-FE9BA849A8D3}">
      <dgm:prSet custT="1"/>
      <dgm:spPr/>
      <dgm:t>
        <a:bodyPr/>
        <a:lstStyle/>
        <a:p>
          <a:r>
            <a:rPr lang="en-IN" sz="1000" b="1"/>
            <a:t>Deployment:</a:t>
          </a:r>
          <a:r>
            <a:rPr lang="en-IN" sz="1000"/>
            <a:t> Integrate into school decision systems </a:t>
          </a:r>
        </a:p>
      </dgm:t>
    </dgm:pt>
    <dgm:pt modelId="{00872F21-81CE-41ED-9033-D5C58E9402BF}" type="parTrans" cxnId="{81E66393-C555-4F9D-9E43-C398A296FEF7}">
      <dgm:prSet/>
      <dgm:spPr/>
      <dgm:t>
        <a:bodyPr/>
        <a:lstStyle/>
        <a:p>
          <a:endParaRPr lang="en-IN" sz="1000"/>
        </a:p>
      </dgm:t>
    </dgm:pt>
    <dgm:pt modelId="{2F4AD219-09AE-46CC-8697-A0A8304A0CB2}" type="sibTrans" cxnId="{81E66393-C555-4F9D-9E43-C398A296FEF7}">
      <dgm:prSet/>
      <dgm:spPr/>
      <dgm:t>
        <a:bodyPr/>
        <a:lstStyle/>
        <a:p>
          <a:endParaRPr lang="en-IN" sz="1000"/>
        </a:p>
      </dgm:t>
    </dgm:pt>
    <dgm:pt modelId="{308FAFF6-73EE-4D44-AE69-019D7CD36FF0}">
      <dgm:prSet custT="1"/>
      <dgm:spPr/>
      <dgm:t>
        <a:bodyPr/>
        <a:lstStyle/>
        <a:p>
          <a:r>
            <a:rPr lang="en-IN" sz="1000" b="1"/>
            <a:t>Fairness Checks:</a:t>
          </a:r>
          <a:r>
            <a:rPr lang="en-IN" sz="1000"/>
            <a:t> Evaluate across gender &amp; socio-economic groups </a:t>
          </a:r>
        </a:p>
      </dgm:t>
    </dgm:pt>
    <dgm:pt modelId="{1D2F817F-10F9-417A-8736-A584C6313CD3}" type="parTrans" cxnId="{1D11FC0B-00D4-4C25-B7CB-90F7528E9B41}">
      <dgm:prSet/>
      <dgm:spPr/>
      <dgm:t>
        <a:bodyPr/>
        <a:lstStyle/>
        <a:p>
          <a:endParaRPr lang="en-IN" sz="1000"/>
        </a:p>
      </dgm:t>
    </dgm:pt>
    <dgm:pt modelId="{EDF6ACBE-1DDF-47CF-A2AC-E804561E2F2A}" type="sibTrans" cxnId="{1D11FC0B-00D4-4C25-B7CB-90F7528E9B41}">
      <dgm:prSet/>
      <dgm:spPr/>
      <dgm:t>
        <a:bodyPr/>
        <a:lstStyle/>
        <a:p>
          <a:endParaRPr lang="en-IN" sz="1000"/>
        </a:p>
      </dgm:t>
    </dgm:pt>
    <dgm:pt modelId="{E1E4EB20-97A0-451B-A308-A6BEBD09DA05}">
      <dgm:prSet custT="1"/>
      <dgm:spPr/>
      <dgm:t>
        <a:bodyPr/>
        <a:lstStyle/>
        <a:p>
          <a:r>
            <a:rPr lang="en-IN" sz="1000" b="1"/>
            <a:t>Final Conclusion</a:t>
          </a:r>
          <a:endParaRPr lang="en-IN" sz="1000"/>
        </a:p>
      </dgm:t>
    </dgm:pt>
    <dgm:pt modelId="{B6558464-0B15-4441-A354-88B2D2704184}" type="parTrans" cxnId="{BB8A48C7-F9BF-471A-9FC7-A23FC09936A7}">
      <dgm:prSet/>
      <dgm:spPr/>
      <dgm:t>
        <a:bodyPr/>
        <a:lstStyle/>
        <a:p>
          <a:endParaRPr lang="en-IN" sz="1000"/>
        </a:p>
      </dgm:t>
    </dgm:pt>
    <dgm:pt modelId="{29DFE8AA-CC21-4559-8CFA-FDE8091994CE}" type="sibTrans" cxnId="{BB8A48C7-F9BF-471A-9FC7-A23FC09936A7}">
      <dgm:prSet/>
      <dgm:spPr/>
      <dgm:t>
        <a:bodyPr/>
        <a:lstStyle/>
        <a:p>
          <a:endParaRPr lang="en-IN" sz="1000"/>
        </a:p>
      </dgm:t>
    </dgm:pt>
    <dgm:pt modelId="{D1DBBCD5-3BF7-43B1-AF53-84E8685B63CD}">
      <dgm:prSet custT="1"/>
      <dgm:spPr/>
      <dgm:t>
        <a:bodyPr/>
        <a:lstStyle/>
        <a:p>
          <a:r>
            <a:rPr lang="en-IN" sz="1000"/>
            <a:t>ML enables </a:t>
          </a:r>
          <a:r>
            <a:rPr lang="en-IN" sz="1000" b="1"/>
            <a:t>early prediction of student performance</a:t>
          </a:r>
          <a:r>
            <a:rPr lang="en-IN" sz="1000"/>
            <a:t> </a:t>
          </a:r>
        </a:p>
      </dgm:t>
    </dgm:pt>
    <dgm:pt modelId="{237B6C8C-D7C5-41D3-93C5-FE2676443174}" type="parTrans" cxnId="{CCFE27F5-5E9D-49A0-9877-B5733A4AA333}">
      <dgm:prSet/>
      <dgm:spPr/>
      <dgm:t>
        <a:bodyPr/>
        <a:lstStyle/>
        <a:p>
          <a:endParaRPr lang="en-IN" sz="1000"/>
        </a:p>
      </dgm:t>
    </dgm:pt>
    <dgm:pt modelId="{BC51A9A9-A9C1-45DF-96BA-7D62F47A810B}" type="sibTrans" cxnId="{CCFE27F5-5E9D-49A0-9877-B5733A4AA333}">
      <dgm:prSet/>
      <dgm:spPr/>
      <dgm:t>
        <a:bodyPr/>
        <a:lstStyle/>
        <a:p>
          <a:endParaRPr lang="en-IN" sz="1000"/>
        </a:p>
      </dgm:t>
    </dgm:pt>
    <dgm:pt modelId="{91013D2F-E16A-46F7-9712-A117A44CB838}">
      <dgm:prSet custT="1"/>
      <dgm:spPr/>
      <dgm:t>
        <a:bodyPr/>
        <a:lstStyle/>
        <a:p>
          <a:r>
            <a:rPr lang="en-IN" sz="1000"/>
            <a:t>Combination of </a:t>
          </a:r>
          <a:r>
            <a:rPr lang="en-IN" sz="1000" b="1"/>
            <a:t>XGBoost + clustering</a:t>
          </a:r>
          <a:r>
            <a:rPr lang="en-IN" sz="1000"/>
            <a:t> delivers </a:t>
          </a:r>
          <a:r>
            <a:rPr lang="en-IN" sz="1000" b="1"/>
            <a:t>actionable insights</a:t>
          </a:r>
          <a:r>
            <a:rPr lang="en-IN" sz="1000"/>
            <a:t> </a:t>
          </a:r>
        </a:p>
      </dgm:t>
    </dgm:pt>
    <dgm:pt modelId="{09EAE589-E5AB-49C5-9EA8-D654E08C0C63}" type="parTrans" cxnId="{CC2D4462-AC62-47CF-AE3D-5A2C1FEE2C66}">
      <dgm:prSet/>
      <dgm:spPr/>
      <dgm:t>
        <a:bodyPr/>
        <a:lstStyle/>
        <a:p>
          <a:endParaRPr lang="en-IN" sz="1000"/>
        </a:p>
      </dgm:t>
    </dgm:pt>
    <dgm:pt modelId="{82FA47A9-28A6-49C7-8C82-23416B6CCBDA}" type="sibTrans" cxnId="{CC2D4462-AC62-47CF-AE3D-5A2C1FEE2C66}">
      <dgm:prSet/>
      <dgm:spPr/>
      <dgm:t>
        <a:bodyPr/>
        <a:lstStyle/>
        <a:p>
          <a:endParaRPr lang="en-IN" sz="1000"/>
        </a:p>
      </dgm:t>
    </dgm:pt>
    <dgm:pt modelId="{26A7C4B9-A6EC-4EB0-BA2F-94C478F3EAE6}">
      <dgm:prSet custT="1"/>
      <dgm:spPr/>
      <dgm:t>
        <a:bodyPr/>
        <a:lstStyle/>
        <a:p>
          <a:r>
            <a:rPr lang="en-IN" sz="1000"/>
            <a:t>Supports </a:t>
          </a:r>
          <a:r>
            <a:rPr lang="en-IN" sz="1000" b="1"/>
            <a:t>data-driven interventions</a:t>
          </a:r>
          <a:r>
            <a:rPr lang="en-IN" sz="1000"/>
            <a:t> to improve student outcomes</a:t>
          </a:r>
        </a:p>
      </dgm:t>
    </dgm:pt>
    <dgm:pt modelId="{FC3F313F-2293-44B4-A2B8-401E40C6DC35}" type="parTrans" cxnId="{06A119E8-02A8-46CE-A7CF-D25B57F3C325}">
      <dgm:prSet/>
      <dgm:spPr/>
      <dgm:t>
        <a:bodyPr/>
        <a:lstStyle/>
        <a:p>
          <a:endParaRPr lang="en-IN" sz="1000"/>
        </a:p>
      </dgm:t>
    </dgm:pt>
    <dgm:pt modelId="{2AA6DB33-5224-41E4-937E-EDC9290F50F9}" type="sibTrans" cxnId="{06A119E8-02A8-46CE-A7CF-D25B57F3C325}">
      <dgm:prSet/>
      <dgm:spPr/>
      <dgm:t>
        <a:bodyPr/>
        <a:lstStyle/>
        <a:p>
          <a:endParaRPr lang="en-IN" sz="1000"/>
        </a:p>
      </dgm:t>
    </dgm:pt>
    <dgm:pt modelId="{450027F3-043B-46B5-B4A4-77AE0F1DAD1D}" type="pres">
      <dgm:prSet presAssocID="{3D8A6010-FEA5-40D2-97D1-13EC5208E9C7}" presName="Name0" presStyleCnt="0">
        <dgm:presLayoutVars>
          <dgm:dir/>
          <dgm:animLvl val="lvl"/>
          <dgm:resizeHandles val="exact"/>
        </dgm:presLayoutVars>
      </dgm:prSet>
      <dgm:spPr/>
    </dgm:pt>
    <dgm:pt modelId="{50D6063C-CF71-4FE3-A812-E19DA229B9C4}" type="pres">
      <dgm:prSet presAssocID="{C96ECDAB-AA72-4666-B926-1E1502DB3472}" presName="linNode" presStyleCnt="0"/>
      <dgm:spPr/>
    </dgm:pt>
    <dgm:pt modelId="{3E395E84-266A-46DD-A9D8-774C4C4BDA4C}" type="pres">
      <dgm:prSet presAssocID="{C96ECDAB-AA72-4666-B926-1E1502DB3472}" presName="parentText" presStyleLbl="node1" presStyleIdx="0" presStyleCnt="4" custScaleY="191085">
        <dgm:presLayoutVars>
          <dgm:chMax val="1"/>
          <dgm:bulletEnabled val="1"/>
        </dgm:presLayoutVars>
      </dgm:prSet>
      <dgm:spPr/>
    </dgm:pt>
    <dgm:pt modelId="{8C0E4EF8-7271-4440-B27C-EEDE8F52CE44}" type="pres">
      <dgm:prSet presAssocID="{C96ECDAB-AA72-4666-B926-1E1502DB3472}" presName="descendantText" presStyleLbl="alignAccFollowNode1" presStyleIdx="0" presStyleCnt="4" custScaleY="173232">
        <dgm:presLayoutVars>
          <dgm:bulletEnabled val="1"/>
        </dgm:presLayoutVars>
      </dgm:prSet>
      <dgm:spPr/>
    </dgm:pt>
    <dgm:pt modelId="{58925759-4CA6-4048-925C-061192141A01}" type="pres">
      <dgm:prSet presAssocID="{5F61CB90-2A9C-44C8-B03D-29D56D410556}" presName="sp" presStyleCnt="0"/>
      <dgm:spPr/>
    </dgm:pt>
    <dgm:pt modelId="{A7E386C2-08D9-4649-B2DE-47A683722FED}" type="pres">
      <dgm:prSet presAssocID="{D984E93C-F7BD-46EE-8F29-D793193E38AB}" presName="linNode" presStyleCnt="0"/>
      <dgm:spPr/>
    </dgm:pt>
    <dgm:pt modelId="{8A69B452-CEF1-4B52-A7D3-1C7638880811}" type="pres">
      <dgm:prSet presAssocID="{D984E93C-F7BD-46EE-8F29-D793193E38AB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6DF59414-53FB-4A7A-83CF-5AB8D84F4D60}" type="pres">
      <dgm:prSet presAssocID="{D984E93C-F7BD-46EE-8F29-D793193E38AB}" presName="descendantText" presStyleLbl="alignAccFollowNode1" presStyleIdx="1" presStyleCnt="4">
        <dgm:presLayoutVars>
          <dgm:bulletEnabled val="1"/>
        </dgm:presLayoutVars>
      </dgm:prSet>
      <dgm:spPr/>
    </dgm:pt>
    <dgm:pt modelId="{2B47643C-C3AC-4C32-B1B6-BEC73489FDC7}" type="pres">
      <dgm:prSet presAssocID="{872EB5DB-E4E5-4EC5-9A2D-5068611A8CBB}" presName="sp" presStyleCnt="0"/>
      <dgm:spPr/>
    </dgm:pt>
    <dgm:pt modelId="{E1A7F030-83AD-4CDC-B730-CA1B0A637EA2}" type="pres">
      <dgm:prSet presAssocID="{DCCAE5C3-781E-44DF-9402-493E464E3652}" presName="linNode" presStyleCnt="0"/>
      <dgm:spPr/>
    </dgm:pt>
    <dgm:pt modelId="{DF57B1A2-7F37-43FD-AB7F-FB34B555220C}" type="pres">
      <dgm:prSet presAssocID="{DCCAE5C3-781E-44DF-9402-493E464E3652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7783465-DBE5-4DE1-9B9A-18A4B225A93A}" type="pres">
      <dgm:prSet presAssocID="{DCCAE5C3-781E-44DF-9402-493E464E3652}" presName="descendantText" presStyleLbl="alignAccFollowNode1" presStyleIdx="2" presStyleCnt="4">
        <dgm:presLayoutVars>
          <dgm:bulletEnabled val="1"/>
        </dgm:presLayoutVars>
      </dgm:prSet>
      <dgm:spPr/>
    </dgm:pt>
    <dgm:pt modelId="{58E8C188-F542-46F6-BAE6-C1B78ACA363A}" type="pres">
      <dgm:prSet presAssocID="{E91027CE-045A-410E-B8A7-EF7FFA421C06}" presName="sp" presStyleCnt="0"/>
      <dgm:spPr/>
    </dgm:pt>
    <dgm:pt modelId="{8BFC5105-6309-43C0-8092-23CA6A8E172A}" type="pres">
      <dgm:prSet presAssocID="{E1E4EB20-97A0-451B-A308-A6BEBD09DA05}" presName="linNode" presStyleCnt="0"/>
      <dgm:spPr/>
    </dgm:pt>
    <dgm:pt modelId="{A57EC3C8-11CA-426F-95A4-81E347238251}" type="pres">
      <dgm:prSet presAssocID="{E1E4EB20-97A0-451B-A308-A6BEBD09DA05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6612C0ED-1017-4C75-A676-D0B3949F7DE7}" type="pres">
      <dgm:prSet presAssocID="{E1E4EB20-97A0-451B-A308-A6BEBD09DA05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3765E903-16F4-4266-AAC3-215C7ED8D393}" type="presOf" srcId="{17B2C9E0-D5D5-4897-9F90-10F2E7C7190E}" destId="{8C0E4EF8-7271-4440-B27C-EEDE8F52CE44}" srcOrd="0" destOrd="1" presId="urn:microsoft.com/office/officeart/2005/8/layout/vList5"/>
    <dgm:cxn modelId="{C7C1AD04-D898-4916-A805-4E5C00498207}" type="presOf" srcId="{DCCAE5C3-781E-44DF-9402-493E464E3652}" destId="{DF57B1A2-7F37-43FD-AB7F-FB34B555220C}" srcOrd="0" destOrd="0" presId="urn:microsoft.com/office/officeart/2005/8/layout/vList5"/>
    <dgm:cxn modelId="{25CE0D07-CFDF-4237-8711-337199010556}" srcId="{C96ECDAB-AA72-4666-B926-1E1502DB3472}" destId="{9A3AF926-0094-48EA-B0AB-2F9FDC55A37C}" srcOrd="4" destOrd="0" parTransId="{2A8ADF49-4327-427C-80C5-B313AACCE428}" sibTransId="{0B3B5EF2-5E98-483D-AA7D-513ED7F07404}"/>
    <dgm:cxn modelId="{1D11FC0B-00D4-4C25-B7CB-90F7528E9B41}" srcId="{DCCAE5C3-781E-44DF-9402-493E464E3652}" destId="{308FAFF6-73EE-4D44-AE69-019D7CD36FF0}" srcOrd="4" destOrd="0" parTransId="{1D2F817F-10F9-417A-8736-A584C6313CD3}" sibTransId="{EDF6ACBE-1DDF-47CF-A2AC-E804561E2F2A}"/>
    <dgm:cxn modelId="{38978E11-47C5-44FD-B49E-1BA48FB5407E}" srcId="{DCCAE5C3-781E-44DF-9402-493E464E3652}" destId="{FB20EFBE-00C5-4E05-938C-5B9A1FE6122B}" srcOrd="2" destOrd="0" parTransId="{2A655C1B-A757-4C55-9ABC-CACB6E876459}" sibTransId="{4E4FED15-ABAC-418B-BE10-B463626EEAF5}"/>
    <dgm:cxn modelId="{2C3A2713-8AB3-4D69-94EB-39133933E785}" srcId="{C96ECDAB-AA72-4666-B926-1E1502DB3472}" destId="{D1FCCDA2-64A7-4A78-8E00-7BF2708E0951}" srcOrd="3" destOrd="0" parTransId="{B2B2E8FA-F6FE-4135-81BD-C65A60B8363D}" sibTransId="{9852B090-973B-430A-A56A-7771EF93F2C2}"/>
    <dgm:cxn modelId="{86670915-464D-4AB7-B8B4-E7B518F931B8}" srcId="{D984E93C-F7BD-46EE-8F29-D793193E38AB}" destId="{FDBCF1DC-5C4F-4C45-BD9D-DD545047496F}" srcOrd="1" destOrd="0" parTransId="{58D11F98-6E8E-4AF9-BBDF-B957739E2171}" sibTransId="{9E1838F2-69FF-4590-AC3C-7F4E7C2EA324}"/>
    <dgm:cxn modelId="{FE7B4C16-94DE-4A1F-838E-DC47E487422E}" srcId="{3D8A6010-FEA5-40D2-97D1-13EC5208E9C7}" destId="{D984E93C-F7BD-46EE-8F29-D793193E38AB}" srcOrd="1" destOrd="0" parTransId="{D69A373D-F5AD-413B-B1EC-515C7DE563E6}" sibTransId="{872EB5DB-E4E5-4EC5-9A2D-5068611A8CBB}"/>
    <dgm:cxn modelId="{C613C826-16B1-4656-BD5A-D90A6E079778}" type="presOf" srcId="{D984E93C-F7BD-46EE-8F29-D793193E38AB}" destId="{8A69B452-CEF1-4B52-A7D3-1C7638880811}" srcOrd="0" destOrd="0" presId="urn:microsoft.com/office/officeart/2005/8/layout/vList5"/>
    <dgm:cxn modelId="{0F9C8D27-794D-477A-94DC-97A15F015DE9}" srcId="{D984E93C-F7BD-46EE-8F29-D793193E38AB}" destId="{61725363-0B31-47B9-A869-F5BD2AE8D47D}" srcOrd="2" destOrd="0" parTransId="{FDFCA399-96F0-4795-99FB-400BECF40105}" sibTransId="{674B2BD7-7A1D-4C3C-91B2-5530925F1111}"/>
    <dgm:cxn modelId="{7C4FDB39-5568-4D50-8151-EA3A34ECC4E6}" type="presOf" srcId="{ADCE5605-FC01-4F78-B8B3-46F283720706}" destId="{8C0E4EF8-7271-4440-B27C-EEDE8F52CE44}" srcOrd="0" destOrd="0" presId="urn:microsoft.com/office/officeart/2005/8/layout/vList5"/>
    <dgm:cxn modelId="{839A6540-9E31-41ED-96B6-F7B36D7F2DEB}" srcId="{C96ECDAB-AA72-4666-B926-1E1502DB3472}" destId="{17B2C9E0-D5D5-4897-9F90-10F2E7C7190E}" srcOrd="1" destOrd="0" parTransId="{CB34EA06-A34D-4E80-BDB9-269F0CF4A483}" sibTransId="{5D5795F6-D793-494F-A0CA-ED4E04C9998F}"/>
    <dgm:cxn modelId="{47925C5B-BC8A-4631-BB1A-99C9CDEE477D}" type="presOf" srcId="{3C329B24-5995-49FF-91A1-ADD02A925311}" destId="{A7783465-DBE5-4DE1-9B9A-18A4B225A93A}" srcOrd="0" destOrd="1" presId="urn:microsoft.com/office/officeart/2005/8/layout/vList5"/>
    <dgm:cxn modelId="{CC2D4462-AC62-47CF-AE3D-5A2C1FEE2C66}" srcId="{E1E4EB20-97A0-451B-A308-A6BEBD09DA05}" destId="{91013D2F-E16A-46F7-9712-A117A44CB838}" srcOrd="1" destOrd="0" parTransId="{09EAE589-E5AB-49C5-9EA8-D654E08C0C63}" sibTransId="{82FA47A9-28A6-49C7-8C82-23416B6CCBDA}"/>
    <dgm:cxn modelId="{34473265-A1A0-40C1-8CBB-7622C3BD7193}" type="presOf" srcId="{67FB4738-C0DB-4B01-8D2B-0E6902A4FCF2}" destId="{6DF59414-53FB-4A7A-83CF-5AB8D84F4D60}" srcOrd="0" destOrd="4" presId="urn:microsoft.com/office/officeart/2005/8/layout/vList5"/>
    <dgm:cxn modelId="{F3B04566-E3B1-4642-93DA-8A088ADABEAF}" type="presOf" srcId="{91013D2F-E16A-46F7-9712-A117A44CB838}" destId="{6612C0ED-1017-4C75-A676-D0B3949F7DE7}" srcOrd="0" destOrd="1" presId="urn:microsoft.com/office/officeart/2005/8/layout/vList5"/>
    <dgm:cxn modelId="{59A65666-D6BF-433A-A669-A071678104F0}" srcId="{3D8A6010-FEA5-40D2-97D1-13EC5208E9C7}" destId="{C96ECDAB-AA72-4666-B926-1E1502DB3472}" srcOrd="0" destOrd="0" parTransId="{15881590-509C-44E9-AB44-41C2D6D7F6BB}" sibTransId="{5F61CB90-2A9C-44C8-B03D-29D56D410556}"/>
    <dgm:cxn modelId="{96CDEF6B-2C2B-43AA-91FA-ABE5268E2D62}" srcId="{C96ECDAB-AA72-4666-B926-1E1502DB3472}" destId="{ADCE5605-FC01-4F78-B8B3-46F283720706}" srcOrd="0" destOrd="0" parTransId="{76FCFBDB-D843-4AE2-9145-BB1F09C34359}" sibTransId="{2DA6F2FA-66FE-4A3A-BB9F-36808069A7AC}"/>
    <dgm:cxn modelId="{94B9D350-58C2-42AD-BE8B-E507D2E8B602}" type="presOf" srcId="{26A7C4B9-A6EC-4EB0-BA2F-94C478F3EAE6}" destId="{6612C0ED-1017-4C75-A676-D0B3949F7DE7}" srcOrd="0" destOrd="2" presId="urn:microsoft.com/office/officeart/2005/8/layout/vList5"/>
    <dgm:cxn modelId="{B8ED4252-60BA-40A2-8160-B5D3507C1BA2}" type="presOf" srcId="{C96ECDAB-AA72-4666-B926-1E1502DB3472}" destId="{3E395E84-266A-46DD-A9D8-774C4C4BDA4C}" srcOrd="0" destOrd="0" presId="urn:microsoft.com/office/officeart/2005/8/layout/vList5"/>
    <dgm:cxn modelId="{B57A6B75-2C44-4085-AA7B-4E10C1402647}" srcId="{3D8A6010-FEA5-40D2-97D1-13EC5208E9C7}" destId="{DCCAE5C3-781E-44DF-9402-493E464E3652}" srcOrd="2" destOrd="0" parTransId="{0C76403D-7B8B-4DD9-AAC0-B0AE98798601}" sibTransId="{E91027CE-045A-410E-B8A7-EF7FFA421C06}"/>
    <dgm:cxn modelId="{37979777-DCF0-4D5D-BF41-791C9C74CF77}" srcId="{DCCAE5C3-781E-44DF-9402-493E464E3652}" destId="{D53C5396-667A-400E-9F6F-45C850BF2497}" srcOrd="0" destOrd="0" parTransId="{D415B0B8-7F94-4CA1-BA39-0A068E5DFF9E}" sibTransId="{71E99098-150D-469B-83D9-EA94D3FDF8DB}"/>
    <dgm:cxn modelId="{7588A37A-0789-49A7-A795-D15EABFEEC70}" type="presOf" srcId="{E1E4EB20-97A0-451B-A308-A6BEBD09DA05}" destId="{A57EC3C8-11CA-426F-95A4-81E347238251}" srcOrd="0" destOrd="0" presId="urn:microsoft.com/office/officeart/2005/8/layout/vList5"/>
    <dgm:cxn modelId="{4431E85A-9AD3-4652-882D-D912AA50FB11}" srcId="{D984E93C-F7BD-46EE-8F29-D793193E38AB}" destId="{0FB8C416-47AA-41CB-9C89-0A425CF114CC}" srcOrd="3" destOrd="0" parTransId="{CC5E03A8-FF3F-41AD-BD99-C22D63C4C5BF}" sibTransId="{0ED954E1-2BE5-4B02-9AE8-D75D229432D7}"/>
    <dgm:cxn modelId="{8310937E-0632-491A-A2EF-ECC96425B929}" type="presOf" srcId="{F0D4C2D2-1E3C-4DE5-9815-468C8A1FBDA2}" destId="{6DF59414-53FB-4A7A-83CF-5AB8D84F4D60}" srcOrd="0" destOrd="0" presId="urn:microsoft.com/office/officeart/2005/8/layout/vList5"/>
    <dgm:cxn modelId="{913A8682-41D4-4D56-AEA0-D16AD75F3DED}" srcId="{D984E93C-F7BD-46EE-8F29-D793193E38AB}" destId="{F0D4C2D2-1E3C-4DE5-9815-468C8A1FBDA2}" srcOrd="0" destOrd="0" parTransId="{DDE2FFD8-0C95-4CD3-AC9B-373427B233D0}" sibTransId="{7E8C28BB-95A6-420A-A472-05C60FC75FE3}"/>
    <dgm:cxn modelId="{CDD2158E-164E-4E55-B059-C4867783EFDD}" type="presOf" srcId="{FB20EFBE-00C5-4E05-938C-5B9A1FE6122B}" destId="{A7783465-DBE5-4DE1-9B9A-18A4B225A93A}" srcOrd="0" destOrd="2" presId="urn:microsoft.com/office/officeart/2005/8/layout/vList5"/>
    <dgm:cxn modelId="{81E66393-C555-4F9D-9E43-C398A296FEF7}" srcId="{DCCAE5C3-781E-44DF-9402-493E464E3652}" destId="{1C39FF16-4E9E-4990-81C3-FE9BA849A8D3}" srcOrd="3" destOrd="0" parTransId="{00872F21-81CE-41ED-9033-D5C58E9402BF}" sibTransId="{2F4AD219-09AE-46CC-8697-A0A8304A0CB2}"/>
    <dgm:cxn modelId="{CAEFF293-08B0-45B1-B6F6-5498249BB00B}" type="presOf" srcId="{D1DBBCD5-3BF7-43B1-AF53-84E8685B63CD}" destId="{6612C0ED-1017-4C75-A676-D0B3949F7DE7}" srcOrd="0" destOrd="0" presId="urn:microsoft.com/office/officeart/2005/8/layout/vList5"/>
    <dgm:cxn modelId="{EDE1F198-EB65-47BB-A0E6-53EC31299F3C}" type="presOf" srcId="{D1FCCDA2-64A7-4A78-8E00-7BF2708E0951}" destId="{8C0E4EF8-7271-4440-B27C-EEDE8F52CE44}" srcOrd="0" destOrd="3" presId="urn:microsoft.com/office/officeart/2005/8/layout/vList5"/>
    <dgm:cxn modelId="{5D9A34AE-E8FF-40CA-816D-E16A2D72E298}" type="presOf" srcId="{308FAFF6-73EE-4D44-AE69-019D7CD36FF0}" destId="{A7783465-DBE5-4DE1-9B9A-18A4B225A93A}" srcOrd="0" destOrd="4" presId="urn:microsoft.com/office/officeart/2005/8/layout/vList5"/>
    <dgm:cxn modelId="{6CABA2BC-931D-403C-8A94-28E9C86D60C2}" type="presOf" srcId="{3F644A37-4FEB-4143-B9CE-EFD3FDB850CA}" destId="{8C0E4EF8-7271-4440-B27C-EEDE8F52CE44}" srcOrd="0" destOrd="2" presId="urn:microsoft.com/office/officeart/2005/8/layout/vList5"/>
    <dgm:cxn modelId="{F5D50EBF-8A55-44FC-88C9-CF24B1B901A7}" type="presOf" srcId="{9A3AF926-0094-48EA-B0AB-2F9FDC55A37C}" destId="{8C0E4EF8-7271-4440-B27C-EEDE8F52CE44}" srcOrd="0" destOrd="4" presId="urn:microsoft.com/office/officeart/2005/8/layout/vList5"/>
    <dgm:cxn modelId="{1AED25C5-17E5-41BE-AFB1-7910E010FC80}" srcId="{D984E93C-F7BD-46EE-8F29-D793193E38AB}" destId="{67FB4738-C0DB-4B01-8D2B-0E6902A4FCF2}" srcOrd="4" destOrd="0" parTransId="{677E2A31-0029-444F-AEFF-BD7F1B5F6C4F}" sibTransId="{B366646C-C6FA-4E6F-B250-89984C788AD1}"/>
    <dgm:cxn modelId="{BB8A48C7-F9BF-471A-9FC7-A23FC09936A7}" srcId="{3D8A6010-FEA5-40D2-97D1-13EC5208E9C7}" destId="{E1E4EB20-97A0-451B-A308-A6BEBD09DA05}" srcOrd="3" destOrd="0" parTransId="{B6558464-0B15-4441-A354-88B2D2704184}" sibTransId="{29DFE8AA-CC21-4559-8CFA-FDE8091994CE}"/>
    <dgm:cxn modelId="{CAE9B3CB-8FBD-43E7-B78B-CCF08EF6F7AE}" type="presOf" srcId="{FDBCF1DC-5C4F-4C45-BD9D-DD545047496F}" destId="{6DF59414-53FB-4A7A-83CF-5AB8D84F4D60}" srcOrd="0" destOrd="1" presId="urn:microsoft.com/office/officeart/2005/8/layout/vList5"/>
    <dgm:cxn modelId="{83E5A1CE-612C-4812-A9C0-F179D0313CEA}" srcId="{C96ECDAB-AA72-4666-B926-1E1502DB3472}" destId="{3F644A37-4FEB-4143-B9CE-EFD3FDB850CA}" srcOrd="2" destOrd="0" parTransId="{FE0A561A-4E5A-46AF-B63F-CD69CBC7A5AA}" sibTransId="{5205B0B8-7B35-40E3-906E-63E27AAD5475}"/>
    <dgm:cxn modelId="{8450D9CF-18AB-4E94-A62F-3E2F1C1BA452}" type="presOf" srcId="{0FB8C416-47AA-41CB-9C89-0A425CF114CC}" destId="{6DF59414-53FB-4A7A-83CF-5AB8D84F4D60}" srcOrd="0" destOrd="3" presId="urn:microsoft.com/office/officeart/2005/8/layout/vList5"/>
    <dgm:cxn modelId="{C8E196D6-41AA-4052-872D-7924A016D403}" type="presOf" srcId="{D53C5396-667A-400E-9F6F-45C850BF2497}" destId="{A7783465-DBE5-4DE1-9B9A-18A4B225A93A}" srcOrd="0" destOrd="0" presId="urn:microsoft.com/office/officeart/2005/8/layout/vList5"/>
    <dgm:cxn modelId="{E1072BE1-7B6F-4705-9EE4-BF55B2FAFFBF}" type="presOf" srcId="{61725363-0B31-47B9-A869-F5BD2AE8D47D}" destId="{6DF59414-53FB-4A7A-83CF-5AB8D84F4D60}" srcOrd="0" destOrd="2" presId="urn:microsoft.com/office/officeart/2005/8/layout/vList5"/>
    <dgm:cxn modelId="{0B77D9E6-58C9-485F-BED8-D72083ED5213}" srcId="{DCCAE5C3-781E-44DF-9402-493E464E3652}" destId="{3C329B24-5995-49FF-91A1-ADD02A925311}" srcOrd="1" destOrd="0" parTransId="{1C996C95-22D5-45C1-AD95-32A8FD656828}" sibTransId="{FB3D77A6-88FB-481C-A810-6A0D819DC680}"/>
    <dgm:cxn modelId="{06A119E8-02A8-46CE-A7CF-D25B57F3C325}" srcId="{E1E4EB20-97A0-451B-A308-A6BEBD09DA05}" destId="{26A7C4B9-A6EC-4EB0-BA2F-94C478F3EAE6}" srcOrd="2" destOrd="0" parTransId="{FC3F313F-2293-44B4-A2B8-401E40C6DC35}" sibTransId="{2AA6DB33-5224-41E4-937E-EDC9290F50F9}"/>
    <dgm:cxn modelId="{C0401AE8-867C-413C-85A7-AAF735F5BF6A}" type="presOf" srcId="{3D8A6010-FEA5-40D2-97D1-13EC5208E9C7}" destId="{450027F3-043B-46B5-B4A4-77AE0F1DAD1D}" srcOrd="0" destOrd="0" presId="urn:microsoft.com/office/officeart/2005/8/layout/vList5"/>
    <dgm:cxn modelId="{4A7FEBF0-F183-4140-B8F8-36C09428245C}" type="presOf" srcId="{1C39FF16-4E9E-4990-81C3-FE9BA849A8D3}" destId="{A7783465-DBE5-4DE1-9B9A-18A4B225A93A}" srcOrd="0" destOrd="3" presId="urn:microsoft.com/office/officeart/2005/8/layout/vList5"/>
    <dgm:cxn modelId="{CCFE27F5-5E9D-49A0-9877-B5733A4AA333}" srcId="{E1E4EB20-97A0-451B-A308-A6BEBD09DA05}" destId="{D1DBBCD5-3BF7-43B1-AF53-84E8685B63CD}" srcOrd="0" destOrd="0" parTransId="{237B6C8C-D7C5-41D3-93C5-FE2676443174}" sibTransId="{BC51A9A9-A9C1-45DF-96BA-7D62F47A810B}"/>
    <dgm:cxn modelId="{DE494F4C-C0A5-40B5-AEA9-E16B55E09296}" type="presParOf" srcId="{450027F3-043B-46B5-B4A4-77AE0F1DAD1D}" destId="{50D6063C-CF71-4FE3-A812-E19DA229B9C4}" srcOrd="0" destOrd="0" presId="urn:microsoft.com/office/officeart/2005/8/layout/vList5"/>
    <dgm:cxn modelId="{2CE49C2B-5861-4672-B0F0-D46A936A72C1}" type="presParOf" srcId="{50D6063C-CF71-4FE3-A812-E19DA229B9C4}" destId="{3E395E84-266A-46DD-A9D8-774C4C4BDA4C}" srcOrd="0" destOrd="0" presId="urn:microsoft.com/office/officeart/2005/8/layout/vList5"/>
    <dgm:cxn modelId="{D6344D16-D592-4F59-A8A8-78441A47CCD3}" type="presParOf" srcId="{50D6063C-CF71-4FE3-A812-E19DA229B9C4}" destId="{8C0E4EF8-7271-4440-B27C-EEDE8F52CE44}" srcOrd="1" destOrd="0" presId="urn:microsoft.com/office/officeart/2005/8/layout/vList5"/>
    <dgm:cxn modelId="{129205A6-BFE6-41CD-AFF6-F4BE618EC653}" type="presParOf" srcId="{450027F3-043B-46B5-B4A4-77AE0F1DAD1D}" destId="{58925759-4CA6-4048-925C-061192141A01}" srcOrd="1" destOrd="0" presId="urn:microsoft.com/office/officeart/2005/8/layout/vList5"/>
    <dgm:cxn modelId="{EF91D739-558B-4DBF-AA86-786B57365F03}" type="presParOf" srcId="{450027F3-043B-46B5-B4A4-77AE0F1DAD1D}" destId="{A7E386C2-08D9-4649-B2DE-47A683722FED}" srcOrd="2" destOrd="0" presId="urn:microsoft.com/office/officeart/2005/8/layout/vList5"/>
    <dgm:cxn modelId="{AF9F5D01-86F4-4975-B499-D40756066526}" type="presParOf" srcId="{A7E386C2-08D9-4649-B2DE-47A683722FED}" destId="{8A69B452-CEF1-4B52-A7D3-1C7638880811}" srcOrd="0" destOrd="0" presId="urn:microsoft.com/office/officeart/2005/8/layout/vList5"/>
    <dgm:cxn modelId="{778D3216-4D90-4864-B58D-1FC11624A189}" type="presParOf" srcId="{A7E386C2-08D9-4649-B2DE-47A683722FED}" destId="{6DF59414-53FB-4A7A-83CF-5AB8D84F4D60}" srcOrd="1" destOrd="0" presId="urn:microsoft.com/office/officeart/2005/8/layout/vList5"/>
    <dgm:cxn modelId="{1FF24A10-60BF-4A10-A213-1B8A5653D263}" type="presParOf" srcId="{450027F3-043B-46B5-B4A4-77AE0F1DAD1D}" destId="{2B47643C-C3AC-4C32-B1B6-BEC73489FDC7}" srcOrd="3" destOrd="0" presId="urn:microsoft.com/office/officeart/2005/8/layout/vList5"/>
    <dgm:cxn modelId="{44F12BD7-28FC-4ECB-B618-2628FC12D26C}" type="presParOf" srcId="{450027F3-043B-46B5-B4A4-77AE0F1DAD1D}" destId="{E1A7F030-83AD-4CDC-B730-CA1B0A637EA2}" srcOrd="4" destOrd="0" presId="urn:microsoft.com/office/officeart/2005/8/layout/vList5"/>
    <dgm:cxn modelId="{79350A96-340B-4221-906B-F86C634129E0}" type="presParOf" srcId="{E1A7F030-83AD-4CDC-B730-CA1B0A637EA2}" destId="{DF57B1A2-7F37-43FD-AB7F-FB34B555220C}" srcOrd="0" destOrd="0" presId="urn:microsoft.com/office/officeart/2005/8/layout/vList5"/>
    <dgm:cxn modelId="{0E327104-3B10-4888-8476-AF9449B09E1C}" type="presParOf" srcId="{E1A7F030-83AD-4CDC-B730-CA1B0A637EA2}" destId="{A7783465-DBE5-4DE1-9B9A-18A4B225A93A}" srcOrd="1" destOrd="0" presId="urn:microsoft.com/office/officeart/2005/8/layout/vList5"/>
    <dgm:cxn modelId="{FB2EEFFD-A2F1-4A3F-B725-0711434633C6}" type="presParOf" srcId="{450027F3-043B-46B5-B4A4-77AE0F1DAD1D}" destId="{58E8C188-F542-46F6-BAE6-C1B78ACA363A}" srcOrd="5" destOrd="0" presId="urn:microsoft.com/office/officeart/2005/8/layout/vList5"/>
    <dgm:cxn modelId="{3630B0AA-9B9B-4F00-9585-87F2BC5100B1}" type="presParOf" srcId="{450027F3-043B-46B5-B4A4-77AE0F1DAD1D}" destId="{8BFC5105-6309-43C0-8092-23CA6A8E172A}" srcOrd="6" destOrd="0" presId="urn:microsoft.com/office/officeart/2005/8/layout/vList5"/>
    <dgm:cxn modelId="{7FEF5032-4288-4AE7-87CC-5C30DAAE3F5D}" type="presParOf" srcId="{8BFC5105-6309-43C0-8092-23CA6A8E172A}" destId="{A57EC3C8-11CA-426F-95A4-81E347238251}" srcOrd="0" destOrd="0" presId="urn:microsoft.com/office/officeart/2005/8/layout/vList5"/>
    <dgm:cxn modelId="{AF144F8E-64DC-4937-A7A8-796FA9753E2F}" type="presParOf" srcId="{8BFC5105-6309-43C0-8092-23CA6A8E172A}" destId="{6612C0ED-1017-4C75-A676-D0B3949F7DE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668E6B-D072-498C-9B13-D83B1D9CBBB2}">
      <dsp:nvSpPr>
        <dsp:cNvPr id="0" name=""/>
        <dsp:cNvSpPr/>
      </dsp:nvSpPr>
      <dsp:spPr>
        <a:xfrm rot="5400000">
          <a:off x="4730741" y="-1973954"/>
          <a:ext cx="642636" cy="475487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/>
            <a:t>Goal: Enable </a:t>
          </a:r>
          <a:r>
            <a:rPr lang="en-US" sz="900" b="1" kern="1200" dirty="0"/>
            <a:t>early identification of students needing support</a:t>
          </a:r>
          <a:r>
            <a:rPr lang="en-US" sz="900" kern="1200" dirty="0"/>
            <a:t>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/>
            <a:t>Supports interventions like </a:t>
          </a:r>
          <a:r>
            <a:rPr lang="en-US" sz="900" b="1" kern="1200" dirty="0"/>
            <a:t>tutoring, counseling, attendance tracking</a:t>
          </a:r>
          <a:r>
            <a:rPr lang="en-US" sz="900" kern="1200" dirty="0"/>
            <a:t>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900" kern="1200" dirty="0"/>
            <a:t>Dataset: UCI Student Performance (Portuguese schools). Subjects: </a:t>
          </a:r>
          <a:r>
            <a:rPr lang="en-IN" sz="900" b="1" kern="1200" dirty="0"/>
            <a:t>Mathematics &amp; </a:t>
          </a:r>
          <a:r>
            <a:rPr lang="en-IN" sz="900" b="1" kern="1200"/>
            <a:t>Portuguese</a:t>
          </a:r>
          <a:r>
            <a:rPr lang="en-IN" sz="900" kern="1200"/>
            <a:t> </a:t>
          </a:r>
          <a:endParaRPr lang="en-IN" sz="900" kern="1200" dirty="0"/>
        </a:p>
      </dsp:txBody>
      <dsp:txXfrm rot="-5400000">
        <a:off x="2674620" y="113538"/>
        <a:ext cx="4723508" cy="579894"/>
      </dsp:txXfrm>
    </dsp:sp>
    <dsp:sp modelId="{511AB6D0-11FE-4272-BB97-CFFBBAE3BFEF}">
      <dsp:nvSpPr>
        <dsp:cNvPr id="0" name=""/>
        <dsp:cNvSpPr/>
      </dsp:nvSpPr>
      <dsp:spPr>
        <a:xfrm>
          <a:off x="0" y="1837"/>
          <a:ext cx="2674619" cy="80329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Background &amp; Context</a:t>
          </a:r>
          <a:endParaRPr lang="en-IN" sz="2200" kern="1200" dirty="0"/>
        </a:p>
      </dsp:txBody>
      <dsp:txXfrm>
        <a:off x="39214" y="41051"/>
        <a:ext cx="2596191" cy="724867"/>
      </dsp:txXfrm>
    </dsp:sp>
    <dsp:sp modelId="{2906C266-07BB-4DFE-A364-8B6A5CC57A8D}">
      <dsp:nvSpPr>
        <dsp:cNvPr id="0" name=""/>
        <dsp:cNvSpPr/>
      </dsp:nvSpPr>
      <dsp:spPr>
        <a:xfrm rot="5400000">
          <a:off x="4730741" y="-1130494"/>
          <a:ext cx="642636" cy="475487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/>
            <a:t>Build a </a:t>
          </a:r>
          <a:r>
            <a:rPr lang="en-US" sz="900" b="1" kern="1200" dirty="0"/>
            <a:t>Regression model</a:t>
          </a:r>
          <a:r>
            <a:rPr lang="en-US" sz="900" kern="1200" dirty="0"/>
            <a:t> to predict </a:t>
          </a:r>
          <a:r>
            <a:rPr lang="en-US" sz="900" b="1" kern="1200" dirty="0"/>
            <a:t>G3 (Final Grade: 0–20)</a:t>
          </a:r>
          <a:r>
            <a:rPr lang="en-US" sz="900" kern="1200" dirty="0"/>
            <a:t>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/>
            <a:t>Use </a:t>
          </a:r>
          <a:r>
            <a:rPr lang="en-US" sz="900" b="1" kern="1200" dirty="0"/>
            <a:t>demographic, academic, and behavioral features</a:t>
          </a:r>
          <a:endParaRPr lang="en-US" sz="900" kern="1200" dirty="0"/>
        </a:p>
      </dsp:txBody>
      <dsp:txXfrm rot="-5400000">
        <a:off x="2674620" y="956998"/>
        <a:ext cx="4723508" cy="579894"/>
      </dsp:txXfrm>
    </dsp:sp>
    <dsp:sp modelId="{B5970B98-CA35-4B1D-8B35-ADA1CD785A78}">
      <dsp:nvSpPr>
        <dsp:cNvPr id="0" name=""/>
        <dsp:cNvSpPr/>
      </dsp:nvSpPr>
      <dsp:spPr>
        <a:xfrm>
          <a:off x="0" y="845297"/>
          <a:ext cx="2674619" cy="80329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Problem Statement</a:t>
          </a:r>
          <a:endParaRPr lang="en-IN" sz="2200" kern="1200" dirty="0"/>
        </a:p>
      </dsp:txBody>
      <dsp:txXfrm>
        <a:off x="39214" y="884511"/>
        <a:ext cx="2596191" cy="724867"/>
      </dsp:txXfrm>
    </dsp:sp>
    <dsp:sp modelId="{5BDB4982-1BE5-4C47-9E8A-EC9F3B8B3EA1}">
      <dsp:nvSpPr>
        <dsp:cNvPr id="0" name=""/>
        <dsp:cNvSpPr/>
      </dsp:nvSpPr>
      <dsp:spPr>
        <a:xfrm rot="5400000">
          <a:off x="4730741" y="-287034"/>
          <a:ext cx="642636" cy="475487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Used by teachers and academic support teams </a:t>
          </a:r>
          <a:endParaRPr lang="en-IN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Helps identify </a:t>
          </a:r>
          <a:r>
            <a:rPr lang="en-US" sz="900" b="1" kern="1200"/>
            <a:t>at-risk students early</a:t>
          </a:r>
          <a:r>
            <a:rPr lang="en-US" sz="900" kern="1200"/>
            <a:t> and enable targeted interventions </a:t>
          </a:r>
          <a:br>
            <a:rPr lang="en-US" sz="900" kern="1200"/>
          </a:br>
          <a:endParaRPr lang="en-IN" sz="900" kern="1200"/>
        </a:p>
      </dsp:txBody>
      <dsp:txXfrm rot="-5400000">
        <a:off x="2674620" y="1800458"/>
        <a:ext cx="4723508" cy="579894"/>
      </dsp:txXfrm>
    </dsp:sp>
    <dsp:sp modelId="{4573428C-7EDB-4848-B028-B4B2DBEA73A4}">
      <dsp:nvSpPr>
        <dsp:cNvPr id="0" name=""/>
        <dsp:cNvSpPr/>
      </dsp:nvSpPr>
      <dsp:spPr>
        <a:xfrm>
          <a:off x="0" y="1688757"/>
          <a:ext cx="2674619" cy="80329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Users &amp; Impact</a:t>
          </a:r>
          <a:endParaRPr lang="en-IN" sz="2200" kern="1200" dirty="0"/>
        </a:p>
      </dsp:txBody>
      <dsp:txXfrm>
        <a:off x="39214" y="1727971"/>
        <a:ext cx="2596191" cy="724867"/>
      </dsp:txXfrm>
    </dsp:sp>
    <dsp:sp modelId="{C737CFA0-46DE-48C5-BCB3-6775DC652284}">
      <dsp:nvSpPr>
        <dsp:cNvPr id="0" name=""/>
        <dsp:cNvSpPr/>
      </dsp:nvSpPr>
      <dsp:spPr>
        <a:xfrm rot="5400000">
          <a:off x="4730741" y="556425"/>
          <a:ext cx="642636" cy="475487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Overprediction:</a:t>
          </a:r>
          <a:r>
            <a:rPr lang="en-US" sz="900" kern="1200" dirty="0"/>
            <a:t> High risk → may miss students needing support 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Underprediction:</a:t>
          </a:r>
          <a:r>
            <a:rPr lang="en-US" sz="900" kern="1200" dirty="0"/>
            <a:t> Safer	 → may lead to extra but useful support</a:t>
          </a:r>
          <a:br>
            <a:rPr lang="en-US" sz="900" kern="1200" dirty="0"/>
          </a:br>
          <a:r>
            <a:rPr lang="en-US" sz="900" kern="1200" dirty="0"/>
            <a:t>			 → </a:t>
          </a:r>
          <a:r>
            <a:rPr lang="en-US" sz="900" b="1" kern="1200" dirty="0"/>
            <a:t>Focus:</a:t>
          </a:r>
          <a:r>
            <a:rPr lang="en-US" sz="900" kern="1200" dirty="0"/>
            <a:t> Minimize overprediction </a:t>
          </a:r>
          <a:br>
            <a:rPr lang="en-US" sz="900" kern="1200" dirty="0"/>
          </a:br>
          <a:endParaRPr lang="en-IN" sz="900" kern="1200" dirty="0"/>
        </a:p>
      </dsp:txBody>
      <dsp:txXfrm rot="-5400000">
        <a:off x="2674620" y="2643918"/>
        <a:ext cx="4723508" cy="579894"/>
      </dsp:txXfrm>
    </dsp:sp>
    <dsp:sp modelId="{D18DE5C6-4541-433B-86FF-0101A931532E}">
      <dsp:nvSpPr>
        <dsp:cNvPr id="0" name=""/>
        <dsp:cNvSpPr/>
      </dsp:nvSpPr>
      <dsp:spPr>
        <a:xfrm>
          <a:off x="0" y="2532217"/>
          <a:ext cx="2674619" cy="80329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Prediction Error (Operational Impact)</a:t>
          </a:r>
          <a:endParaRPr lang="en-IN" sz="2200" kern="1200"/>
        </a:p>
      </dsp:txBody>
      <dsp:txXfrm>
        <a:off x="39214" y="2571431"/>
        <a:ext cx="2596191" cy="724867"/>
      </dsp:txXfrm>
    </dsp:sp>
    <dsp:sp modelId="{5EE9C4FA-1774-4B78-9203-0D77735DCC26}">
      <dsp:nvSpPr>
        <dsp:cNvPr id="0" name=""/>
        <dsp:cNvSpPr/>
      </dsp:nvSpPr>
      <dsp:spPr>
        <a:xfrm rot="5400000">
          <a:off x="4730741" y="1399885"/>
          <a:ext cx="642636" cy="4754879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G3 is a </a:t>
          </a:r>
          <a:r>
            <a:rPr lang="en-US" sz="900" b="1" kern="1200"/>
            <a:t>continuous score (0–20)</a:t>
          </a:r>
          <a:r>
            <a:rPr lang="en-US" sz="900" kern="1200"/>
            <a:t> </a:t>
          </a:r>
          <a:endParaRPr lang="en-IN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Provides </a:t>
          </a:r>
          <a:r>
            <a:rPr lang="en-US" sz="900" b="1" kern="1200"/>
            <a:t>detailed insights</a:t>
          </a:r>
          <a:r>
            <a:rPr lang="en-US" sz="900" kern="1200"/>
            <a:t> vs pass/fail classification </a:t>
          </a:r>
          <a:endParaRPr lang="en-IN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Enables </a:t>
          </a:r>
          <a:r>
            <a:rPr lang="en-US" sz="900" b="1" kern="1200"/>
            <a:t>better prioritization and targeted actions</a:t>
          </a:r>
          <a:endParaRPr lang="en-IN" sz="900" kern="1200"/>
        </a:p>
      </dsp:txBody>
      <dsp:txXfrm rot="-5400000">
        <a:off x="2674620" y="3487378"/>
        <a:ext cx="4723508" cy="579894"/>
      </dsp:txXfrm>
    </dsp:sp>
    <dsp:sp modelId="{73E1D047-2EA6-464A-8047-13F7687AFA42}">
      <dsp:nvSpPr>
        <dsp:cNvPr id="0" name=""/>
        <dsp:cNvSpPr/>
      </dsp:nvSpPr>
      <dsp:spPr>
        <a:xfrm>
          <a:off x="0" y="3375677"/>
          <a:ext cx="2674619" cy="80329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Why Regression?</a:t>
          </a:r>
          <a:endParaRPr lang="en-IN" sz="2200" kern="1200"/>
        </a:p>
      </dsp:txBody>
      <dsp:txXfrm>
        <a:off x="39214" y="3414891"/>
        <a:ext cx="2596191" cy="7248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3830D-F988-4444-808E-C1B3E3AC5066}">
      <dsp:nvSpPr>
        <dsp:cNvPr id="0" name=""/>
        <dsp:cNvSpPr/>
      </dsp:nvSpPr>
      <dsp:spPr>
        <a:xfrm>
          <a:off x="0" y="54763"/>
          <a:ext cx="7429499" cy="27377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Dataset Context</a:t>
          </a:r>
          <a:endParaRPr lang="en-IN" sz="1200" kern="1200"/>
        </a:p>
      </dsp:txBody>
      <dsp:txXfrm>
        <a:off x="13365" y="68128"/>
        <a:ext cx="7402769" cy="247049"/>
      </dsp:txXfrm>
    </dsp:sp>
    <dsp:sp modelId="{5B1D1829-1AC7-4DBD-B1C0-03125060FF6B}">
      <dsp:nvSpPr>
        <dsp:cNvPr id="0" name=""/>
        <dsp:cNvSpPr/>
      </dsp:nvSpPr>
      <dsp:spPr>
        <a:xfrm>
          <a:off x="0" y="328543"/>
          <a:ext cx="7429499" cy="53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887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kern="1200"/>
            <a:t>UCI Student Performance Dataset (Portuguese schools)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kern="1200"/>
            <a:t>Two datasets: </a:t>
          </a:r>
          <a:r>
            <a:rPr lang="en-IN" sz="900" b="1" kern="1200"/>
            <a:t>Mathematics (395)</a:t>
          </a:r>
          <a:r>
            <a:rPr lang="en-IN" sz="900" kern="1200"/>
            <a:t> + </a:t>
          </a:r>
          <a:r>
            <a:rPr lang="en-IN" sz="900" b="1" kern="1200"/>
            <a:t>Portuguese (649)</a:t>
          </a:r>
          <a:r>
            <a:rPr lang="en-IN" sz="900" kern="1200"/>
            <a:t>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kern="1200"/>
            <a:t>Combined into </a:t>
          </a:r>
          <a:r>
            <a:rPr lang="en-IN" sz="900" b="1" kern="1200"/>
            <a:t>1044 records</a:t>
          </a:r>
          <a:r>
            <a:rPr lang="en-IN" sz="900" kern="1200"/>
            <a:t> with subject indicator </a:t>
          </a:r>
          <a:br>
            <a:rPr lang="en-IN" sz="900" kern="1200"/>
          </a:br>
          <a:endParaRPr lang="en-IN" sz="900" kern="1200"/>
        </a:p>
      </dsp:txBody>
      <dsp:txXfrm>
        <a:off x="0" y="328543"/>
        <a:ext cx="7429499" cy="534060"/>
      </dsp:txXfrm>
    </dsp:sp>
    <dsp:sp modelId="{A4ADB5A5-92D2-441D-B1A9-DB508100A32A}">
      <dsp:nvSpPr>
        <dsp:cNvPr id="0" name=""/>
        <dsp:cNvSpPr/>
      </dsp:nvSpPr>
      <dsp:spPr>
        <a:xfrm>
          <a:off x="0" y="862604"/>
          <a:ext cx="7429499" cy="27377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Feature Overview</a:t>
          </a:r>
          <a:endParaRPr lang="en-IN" sz="1200" kern="1200"/>
        </a:p>
      </dsp:txBody>
      <dsp:txXfrm>
        <a:off x="13365" y="875969"/>
        <a:ext cx="7402769" cy="247049"/>
      </dsp:txXfrm>
    </dsp:sp>
    <dsp:sp modelId="{C717D2A3-B70F-45F8-90DD-DF713BEDDD96}">
      <dsp:nvSpPr>
        <dsp:cNvPr id="0" name=""/>
        <dsp:cNvSpPr/>
      </dsp:nvSpPr>
      <dsp:spPr>
        <a:xfrm>
          <a:off x="0" y="1136384"/>
          <a:ext cx="7429499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887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kern="1200"/>
            <a:t>~30 features across: 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b="1" kern="1200"/>
            <a:t>Demographic:</a:t>
          </a:r>
          <a:r>
            <a:rPr lang="en-IN" sz="900" kern="1200"/>
            <a:t> Age, gender, family background 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b="1" kern="1200"/>
            <a:t>Academic:</a:t>
          </a:r>
          <a:r>
            <a:rPr lang="en-IN" sz="900" kern="1200"/>
            <a:t> Study time, past failures, school support 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b="1" kern="1200"/>
            <a:t>Lifestyle:</a:t>
          </a:r>
          <a:r>
            <a:rPr lang="en-IN" sz="900" kern="1200"/>
            <a:t> Alcohol use, free time, social activity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b="1" kern="1200"/>
            <a:t>Target:</a:t>
          </a:r>
          <a:r>
            <a:rPr lang="en-IN" sz="900" kern="1200"/>
            <a:t> G3 (Final Grade: 0–20)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b="1" kern="1200"/>
            <a:t>Leakage Control:</a:t>
          </a:r>
          <a:r>
            <a:rPr lang="en-IN" sz="900" kern="1200"/>
            <a:t> G1 &amp; G2 removed </a:t>
          </a:r>
          <a:br>
            <a:rPr lang="en-IN" sz="900" kern="1200"/>
          </a:br>
          <a:endParaRPr lang="en-IN" sz="900" kern="1200"/>
        </a:p>
      </dsp:txBody>
      <dsp:txXfrm>
        <a:off x="0" y="1136384"/>
        <a:ext cx="7429499" cy="943920"/>
      </dsp:txXfrm>
    </dsp:sp>
    <dsp:sp modelId="{48DF1F51-84A9-4823-BE18-6EA839670EE5}">
      <dsp:nvSpPr>
        <dsp:cNvPr id="0" name=""/>
        <dsp:cNvSpPr/>
      </dsp:nvSpPr>
      <dsp:spPr>
        <a:xfrm>
          <a:off x="0" y="2080304"/>
          <a:ext cx="7429499" cy="27377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Data Quality</a:t>
          </a:r>
          <a:endParaRPr lang="en-IN" sz="1200" kern="1200"/>
        </a:p>
      </dsp:txBody>
      <dsp:txXfrm>
        <a:off x="13365" y="2093669"/>
        <a:ext cx="7402769" cy="247049"/>
      </dsp:txXfrm>
    </dsp:sp>
    <dsp:sp modelId="{0E61CB4E-9870-470A-A0F5-BD057E5114EE}">
      <dsp:nvSpPr>
        <dsp:cNvPr id="0" name=""/>
        <dsp:cNvSpPr/>
      </dsp:nvSpPr>
      <dsp:spPr>
        <a:xfrm>
          <a:off x="0" y="2354083"/>
          <a:ext cx="7429499" cy="670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887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kern="1200"/>
            <a:t>No missing values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kern="1200" dirty="0"/>
            <a:t>Correct data types (categorical, ordinal, numeric)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kern="1200" dirty="0"/>
            <a:t>No duplicate records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kern="1200" dirty="0"/>
            <a:t>Handled Outliers</a:t>
          </a:r>
          <a:br>
            <a:rPr lang="en-IN" sz="900" kern="1200" dirty="0"/>
          </a:br>
          <a:endParaRPr lang="en-IN" sz="900" kern="1200" dirty="0"/>
        </a:p>
      </dsp:txBody>
      <dsp:txXfrm>
        <a:off x="0" y="2354083"/>
        <a:ext cx="7429499" cy="670680"/>
      </dsp:txXfrm>
    </dsp:sp>
    <dsp:sp modelId="{F885468B-F421-4C2A-BB1D-823611A93BF1}">
      <dsp:nvSpPr>
        <dsp:cNvPr id="0" name=""/>
        <dsp:cNvSpPr/>
      </dsp:nvSpPr>
      <dsp:spPr>
        <a:xfrm>
          <a:off x="0" y="3024764"/>
          <a:ext cx="7429499" cy="27377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Quality Checks Performed</a:t>
          </a:r>
          <a:endParaRPr lang="en-IN" sz="1200" kern="1200"/>
        </a:p>
      </dsp:txBody>
      <dsp:txXfrm>
        <a:off x="13365" y="3038129"/>
        <a:ext cx="7402769" cy="247049"/>
      </dsp:txXfrm>
    </dsp:sp>
    <dsp:sp modelId="{DDF096FD-BD35-4E67-8EC1-95F44E445198}">
      <dsp:nvSpPr>
        <dsp:cNvPr id="0" name=""/>
        <dsp:cNvSpPr/>
      </dsp:nvSpPr>
      <dsp:spPr>
        <a:xfrm>
          <a:off x="0" y="3298544"/>
          <a:ext cx="7429499" cy="422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5887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kern="1200"/>
            <a:t>Schema &amp; merge validation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kern="1200"/>
            <a:t>Range checks (G3, absences)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900" kern="1200"/>
            <a:t>Feature validation (leakage removal)</a:t>
          </a:r>
        </a:p>
      </dsp:txBody>
      <dsp:txXfrm>
        <a:off x="0" y="3298544"/>
        <a:ext cx="7429499" cy="422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B7AE0-9303-41D5-9C80-11B27D333E26}">
      <dsp:nvSpPr>
        <dsp:cNvPr id="0" name=""/>
        <dsp:cNvSpPr/>
      </dsp:nvSpPr>
      <dsp:spPr>
        <a:xfrm>
          <a:off x="1051" y="16636"/>
          <a:ext cx="1321614" cy="24192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Preprocessing Strategy</a:t>
          </a:r>
          <a:endParaRPr lang="en-IN" sz="1000" kern="1200"/>
        </a:p>
      </dsp:txBody>
      <dsp:txXfrm>
        <a:off x="1051" y="16636"/>
        <a:ext cx="1321614" cy="528645"/>
      </dsp:txXfrm>
    </dsp:sp>
    <dsp:sp modelId="{0A0EF958-603E-4B5D-8FF6-06BC5D0067A8}">
      <dsp:nvSpPr>
        <dsp:cNvPr id="0" name=""/>
        <dsp:cNvSpPr/>
      </dsp:nvSpPr>
      <dsp:spPr>
        <a:xfrm>
          <a:off x="271743" y="545282"/>
          <a:ext cx="1321614" cy="32256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/>
            <a:t>Encoding:</a:t>
          </a:r>
          <a:r>
            <a:rPr lang="en-US" sz="1000" kern="1200"/>
            <a:t> 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Categorical → One-hot encoding 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Ordinal → Retained as numeric </a:t>
          </a:r>
          <a:endParaRPr lang="en-IN" sz="1000" kern="1200" dirty="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Numeric → No transformation 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/>
            <a:t>Consistency:</a:t>
          </a:r>
          <a:r>
            <a:rPr lang="en-US" sz="1000" kern="1200"/>
            <a:t> 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 err="1"/>
            <a:t>ColumnTransformer</a:t>
          </a:r>
          <a:r>
            <a:rPr lang="en-US" sz="1000" kern="1200" dirty="0"/>
            <a:t> pipeline used </a:t>
          </a:r>
          <a:endParaRPr lang="en-IN" sz="1000" kern="1200" dirty="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Handles unseen categories &amp; aligns train-test features 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/>
            <a:t>Leakage Prevention:</a:t>
          </a:r>
          <a:r>
            <a:rPr lang="en-US" sz="1000" kern="1200"/>
            <a:t> 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G1 &amp; G2 removed to ensure realistic predictions </a:t>
          </a:r>
          <a:br>
            <a:rPr lang="en-US" sz="1000" kern="1200"/>
          </a:br>
          <a:endParaRPr lang="en-IN" sz="1000" kern="1200"/>
        </a:p>
      </dsp:txBody>
      <dsp:txXfrm>
        <a:off x="310452" y="583991"/>
        <a:ext cx="1244196" cy="3148182"/>
      </dsp:txXfrm>
    </dsp:sp>
    <dsp:sp modelId="{F09D18DA-9AAC-4D9A-85DF-CDA555F79785}">
      <dsp:nvSpPr>
        <dsp:cNvPr id="0" name=""/>
        <dsp:cNvSpPr/>
      </dsp:nvSpPr>
      <dsp:spPr>
        <a:xfrm>
          <a:off x="1523017" y="116437"/>
          <a:ext cx="424746" cy="32904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1523017" y="182246"/>
        <a:ext cx="326033" cy="197425"/>
      </dsp:txXfrm>
    </dsp:sp>
    <dsp:sp modelId="{32431FE8-FB7E-490F-9310-0433BB5D98B1}">
      <dsp:nvSpPr>
        <dsp:cNvPr id="0" name=""/>
        <dsp:cNvSpPr/>
      </dsp:nvSpPr>
      <dsp:spPr>
        <a:xfrm>
          <a:off x="2124073" y="16636"/>
          <a:ext cx="1321614" cy="24192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Feature Engineering</a:t>
          </a:r>
          <a:endParaRPr lang="en-IN" sz="1000" kern="1200"/>
        </a:p>
      </dsp:txBody>
      <dsp:txXfrm>
        <a:off x="2124073" y="16636"/>
        <a:ext cx="1321614" cy="528645"/>
      </dsp:txXfrm>
    </dsp:sp>
    <dsp:sp modelId="{1433FACA-6B2C-4FC1-A1C5-63DDC3E67E8F}">
      <dsp:nvSpPr>
        <dsp:cNvPr id="0" name=""/>
        <dsp:cNvSpPr/>
      </dsp:nvSpPr>
      <dsp:spPr>
        <a:xfrm>
          <a:off x="2394765" y="545282"/>
          <a:ext cx="1321614" cy="32256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Created derived features to capture hidden patterns: </a:t>
          </a:r>
          <a:endParaRPr lang="en-IN" sz="1000" kern="1200" dirty="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dirty="0"/>
            <a:t>Support Score:</a:t>
          </a:r>
          <a:r>
            <a:rPr lang="en-US" sz="1000" kern="1200" dirty="0"/>
            <a:t> Family + school support </a:t>
          </a:r>
          <a:endParaRPr lang="en-IN" sz="1000" kern="1200" dirty="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dirty="0"/>
            <a:t>Attendance Risk:</a:t>
          </a:r>
          <a:r>
            <a:rPr lang="en-US" sz="1000" kern="1200" dirty="0"/>
            <a:t> High absences flag </a:t>
          </a:r>
          <a:endParaRPr lang="en-IN" sz="1000" kern="1200" dirty="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dirty="0"/>
            <a:t>Lifestyle Index:</a:t>
          </a:r>
          <a:r>
            <a:rPr lang="en-US" sz="1000" kern="1200" dirty="0"/>
            <a:t> Alcohol + social activity </a:t>
          </a:r>
          <a:endParaRPr lang="en-IN" sz="1000" kern="1200" dirty="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dirty="0"/>
            <a:t>Study Load Index:</a:t>
          </a:r>
          <a:r>
            <a:rPr lang="en-US" sz="1000" kern="1200" dirty="0"/>
            <a:t> Study vs free time balance </a:t>
          </a:r>
          <a:endParaRPr lang="en-IN" sz="1000" kern="1200" dirty="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dirty="0"/>
            <a:t>Failure Flag:</a:t>
          </a:r>
          <a:r>
            <a:rPr lang="en-US" sz="1000" kern="1200" dirty="0"/>
            <a:t> Past academic struggles </a:t>
          </a:r>
          <a:endParaRPr lang="en-IN" sz="1000" kern="1200" dirty="0"/>
        </a:p>
      </dsp:txBody>
      <dsp:txXfrm>
        <a:off x="2433474" y="583991"/>
        <a:ext cx="1244196" cy="3148182"/>
      </dsp:txXfrm>
    </dsp:sp>
    <dsp:sp modelId="{D59EE038-3485-4F2D-8333-3052BC55AB9C}">
      <dsp:nvSpPr>
        <dsp:cNvPr id="0" name=""/>
        <dsp:cNvSpPr/>
      </dsp:nvSpPr>
      <dsp:spPr>
        <a:xfrm>
          <a:off x="3646039" y="116437"/>
          <a:ext cx="424746" cy="32904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3646039" y="182246"/>
        <a:ext cx="326033" cy="197425"/>
      </dsp:txXfrm>
    </dsp:sp>
    <dsp:sp modelId="{31D78723-67F3-46CC-BF8D-639368772995}">
      <dsp:nvSpPr>
        <dsp:cNvPr id="0" name=""/>
        <dsp:cNvSpPr/>
      </dsp:nvSpPr>
      <dsp:spPr>
        <a:xfrm>
          <a:off x="4247095" y="16636"/>
          <a:ext cx="1321614" cy="24192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Rationale</a:t>
          </a:r>
          <a:endParaRPr lang="en-IN" sz="1000" kern="1200" dirty="0"/>
        </a:p>
      </dsp:txBody>
      <dsp:txXfrm>
        <a:off x="4247095" y="16636"/>
        <a:ext cx="1321614" cy="528645"/>
      </dsp:txXfrm>
    </dsp:sp>
    <dsp:sp modelId="{034BE5B3-AE24-4CFA-958D-DB3794CE83E8}">
      <dsp:nvSpPr>
        <dsp:cNvPr id="0" name=""/>
        <dsp:cNvSpPr/>
      </dsp:nvSpPr>
      <dsp:spPr>
        <a:xfrm>
          <a:off x="4517787" y="545282"/>
          <a:ext cx="1321614" cy="32256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Captures </a:t>
          </a:r>
          <a:r>
            <a:rPr lang="en-US" sz="1000" b="1" kern="1200"/>
            <a:t>behavioral, academic, and support factors</a:t>
          </a:r>
          <a:r>
            <a:rPr lang="en-US" sz="1000" kern="1200"/>
            <a:t> 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Improves model’s ability to detect </a:t>
          </a:r>
          <a:r>
            <a:rPr lang="en-US" sz="1000" b="1" kern="1200"/>
            <a:t>complex relationships</a:t>
          </a:r>
          <a:r>
            <a:rPr lang="en-US" sz="1000" kern="1200"/>
            <a:t> </a:t>
          </a:r>
          <a:br>
            <a:rPr lang="en-US" sz="1000" kern="1200"/>
          </a:br>
          <a:endParaRPr lang="en-IN" sz="1000" kern="1200"/>
        </a:p>
      </dsp:txBody>
      <dsp:txXfrm>
        <a:off x="4556496" y="583991"/>
        <a:ext cx="1244196" cy="3148182"/>
      </dsp:txXfrm>
    </dsp:sp>
    <dsp:sp modelId="{FA42B93F-6F07-4A06-9394-C1AEFDAD134F}">
      <dsp:nvSpPr>
        <dsp:cNvPr id="0" name=""/>
        <dsp:cNvSpPr/>
      </dsp:nvSpPr>
      <dsp:spPr>
        <a:xfrm>
          <a:off x="5769061" y="116437"/>
          <a:ext cx="424746" cy="32904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5769061" y="182246"/>
        <a:ext cx="326033" cy="197425"/>
      </dsp:txXfrm>
    </dsp:sp>
    <dsp:sp modelId="{0E18697C-EE0D-4867-AF4E-B24C50CE7775}">
      <dsp:nvSpPr>
        <dsp:cNvPr id="0" name=""/>
        <dsp:cNvSpPr/>
      </dsp:nvSpPr>
      <dsp:spPr>
        <a:xfrm>
          <a:off x="6370117" y="16636"/>
          <a:ext cx="1321614" cy="24192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Final Feature Set</a:t>
          </a:r>
          <a:endParaRPr lang="en-IN" sz="1000" kern="1200"/>
        </a:p>
      </dsp:txBody>
      <dsp:txXfrm>
        <a:off x="6370117" y="16636"/>
        <a:ext cx="1321614" cy="528645"/>
      </dsp:txXfrm>
    </dsp:sp>
    <dsp:sp modelId="{2A0CCEF3-4CFB-4292-A1F1-DCF59FF6661F}">
      <dsp:nvSpPr>
        <dsp:cNvPr id="0" name=""/>
        <dsp:cNvSpPr/>
      </dsp:nvSpPr>
      <dsp:spPr>
        <a:xfrm>
          <a:off x="6640809" y="545282"/>
          <a:ext cx="1321614" cy="32256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Combination of encoded, original, and engineered features 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Pipeline saved for </a:t>
          </a:r>
          <a:r>
            <a:rPr lang="en-US" sz="1000" b="1" kern="1200" dirty="0"/>
            <a:t>reproducibility &amp; consistent deployment</a:t>
          </a:r>
          <a:endParaRPr lang="en-IN" sz="1000" kern="1200" dirty="0"/>
        </a:p>
      </dsp:txBody>
      <dsp:txXfrm>
        <a:off x="6679518" y="583991"/>
        <a:ext cx="1244196" cy="31481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ABD55D-14C1-4406-BF5F-8BCEA2A8F108}">
      <dsp:nvSpPr>
        <dsp:cNvPr id="0" name=""/>
        <dsp:cNvSpPr/>
      </dsp:nvSpPr>
      <dsp:spPr>
        <a:xfrm rot="5400000">
          <a:off x="813574" y="311172"/>
          <a:ext cx="3321204" cy="29193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kern="1200" dirty="0"/>
            <a:t>70% Train | 15% Validation | 15% Test</a:t>
          </a:r>
          <a:r>
            <a:rPr lang="en-IN" sz="1100" kern="1200" dirty="0"/>
            <a:t> 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Train → Model learning 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Validation → Tuning &amp; model selection 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Test → Final unbiased evaluation</a:t>
          </a:r>
          <a:br>
            <a:rPr lang="en-IN" sz="1100" kern="1200" dirty="0"/>
          </a:br>
          <a:r>
            <a:rPr lang="en-IN" sz="1100" kern="1200" dirty="0"/>
            <a:t>→ Ensures </a:t>
          </a:r>
          <a:r>
            <a:rPr lang="en-IN" sz="1100" b="1" kern="1200" dirty="0"/>
            <a:t>no data leakage &amp; reliable performance measurement</a:t>
          </a:r>
          <a:r>
            <a:rPr lang="en-IN" sz="1100" kern="1200" dirty="0"/>
            <a:t>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kern="1200"/>
            <a:t>Why 3-Way Split?</a:t>
          </a:r>
          <a:endParaRPr lang="en-IN" sz="1100" kern="120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Separates learning, tuning, and evaluation stages 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Prevents overfitting to validation/test data 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Ensures </a:t>
          </a:r>
          <a:r>
            <a:rPr lang="en-IN" sz="1100" b="1" kern="1200" dirty="0"/>
            <a:t>true generalization performance</a:t>
          </a:r>
          <a:r>
            <a:rPr lang="en-IN" sz="1100" kern="1200" dirty="0"/>
            <a:t>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kern="1200" dirty="0"/>
            <a:t>Stratification (Grade Bins)</a:t>
          </a:r>
          <a:endParaRPr lang="en-IN" sz="1100" kern="1200" dirty="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/>
            <a:t>Maintains balanced grade distribution across splits: 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0–5 (Very Low), 6–10 (Low), 11–15 (Medium), 16–20 (High)</a:t>
          </a:r>
          <a:br>
            <a:rPr lang="en-IN" sz="1100" kern="1200" dirty="0"/>
          </a:br>
          <a:r>
            <a:rPr lang="en-IN" sz="1100" kern="1200" dirty="0"/>
            <a:t>→ Reduces sampling bias and improves model reliability </a:t>
          </a:r>
        </a:p>
      </dsp:txBody>
      <dsp:txXfrm rot="-5400000">
        <a:off x="1014492" y="252766"/>
        <a:ext cx="2776856" cy="3036180"/>
      </dsp:txXfrm>
    </dsp:sp>
    <dsp:sp modelId="{9D459A8F-082E-44FF-A947-0890598ADA95}">
      <dsp:nvSpPr>
        <dsp:cNvPr id="0" name=""/>
        <dsp:cNvSpPr/>
      </dsp:nvSpPr>
      <dsp:spPr>
        <a:xfrm>
          <a:off x="0" y="1729"/>
          <a:ext cx="976764" cy="3538255"/>
        </a:xfrm>
        <a:prstGeom prst="roundRect">
          <a:avLst/>
        </a:prstGeom>
        <a:solidFill>
          <a:srgbClr val="00206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Data Split Strategy</a:t>
          </a:r>
          <a:endParaRPr lang="en-IN" sz="1700" kern="1200" dirty="0"/>
        </a:p>
      </dsp:txBody>
      <dsp:txXfrm>
        <a:off x="47682" y="49411"/>
        <a:ext cx="881400" cy="34428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CD3A9-C05C-4020-B0C5-D18936A100B7}">
      <dsp:nvSpPr>
        <dsp:cNvPr id="0" name=""/>
        <dsp:cNvSpPr/>
      </dsp:nvSpPr>
      <dsp:spPr>
        <a:xfrm>
          <a:off x="0" y="160661"/>
          <a:ext cx="3282822" cy="410669"/>
        </a:xfrm>
        <a:prstGeom prst="roundRect">
          <a:avLst/>
        </a:prstGeom>
        <a:solidFill>
          <a:schemeClr val="bg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Reproducibility Measures</a:t>
          </a:r>
          <a:endParaRPr lang="en-IN" sz="1800" kern="1200" dirty="0"/>
        </a:p>
      </dsp:txBody>
      <dsp:txXfrm>
        <a:off x="20047" y="180708"/>
        <a:ext cx="3242728" cy="370575"/>
      </dsp:txXfrm>
    </dsp:sp>
    <dsp:sp modelId="{92DA3511-3B8B-4453-91E9-12197DE0BB27}">
      <dsp:nvSpPr>
        <dsp:cNvPr id="0" name=""/>
        <dsp:cNvSpPr/>
      </dsp:nvSpPr>
      <dsp:spPr>
        <a:xfrm>
          <a:off x="0" y="571331"/>
          <a:ext cx="3282822" cy="149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23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/>
            <a:t>Fixed random seed (</a:t>
          </a:r>
          <a:r>
            <a:rPr lang="en-IN" sz="1400" b="1" kern="1200"/>
            <a:t>random_state = 42</a:t>
          </a:r>
          <a:r>
            <a:rPr lang="en-IN" sz="1400" kern="1200"/>
            <a:t>)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/>
            <a:t>Deterministic and consistent data splits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/>
            <a:t>Saved split indices for: 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/>
            <a:t>Experiment consistency 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 dirty="0"/>
            <a:t>Result comparison &amp; debugging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/>
            <a:t>Preprocessing pipeline ensures consistent transformations 	</a:t>
          </a:r>
        </a:p>
      </dsp:txBody>
      <dsp:txXfrm>
        <a:off x="0" y="571331"/>
        <a:ext cx="3282822" cy="1490400"/>
      </dsp:txXfrm>
    </dsp:sp>
    <dsp:sp modelId="{A8675878-5F49-449F-9F12-401CA592FA75}">
      <dsp:nvSpPr>
        <dsp:cNvPr id="0" name=""/>
        <dsp:cNvSpPr/>
      </dsp:nvSpPr>
      <dsp:spPr>
        <a:xfrm>
          <a:off x="0" y="2061732"/>
          <a:ext cx="3282822" cy="410669"/>
        </a:xfrm>
        <a:prstGeom prst="roundRect">
          <a:avLst/>
        </a:prstGeom>
        <a:solidFill>
          <a:schemeClr val="bg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Leakage Prevention Checklist</a:t>
          </a:r>
          <a:endParaRPr lang="en-IN" sz="1800" kern="1200" dirty="0"/>
        </a:p>
      </dsp:txBody>
      <dsp:txXfrm>
        <a:off x="20047" y="2081779"/>
        <a:ext cx="3242728" cy="370575"/>
      </dsp:txXfrm>
    </dsp:sp>
    <dsp:sp modelId="{34BA8C3A-74B7-421F-A898-B2D9936BE2EC}">
      <dsp:nvSpPr>
        <dsp:cNvPr id="0" name=""/>
        <dsp:cNvSpPr/>
      </dsp:nvSpPr>
      <dsp:spPr>
        <a:xfrm>
          <a:off x="0" y="2472401"/>
          <a:ext cx="3282822" cy="1602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23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/>
            <a:t>G1 &amp; G2 removed before splitting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/>
            <a:t>Target (G3) excluded from features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/>
            <a:t>No overlap between train, validation, test sets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/>
            <a:t>Test set used only once for final evaluation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/>
            <a:t>Preprocessing fitted only on training data</a:t>
          </a:r>
        </a:p>
      </dsp:txBody>
      <dsp:txXfrm>
        <a:off x="0" y="2472401"/>
        <a:ext cx="3282822" cy="16021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DC46B-70A0-41AC-8057-DF34009750A1}">
      <dsp:nvSpPr>
        <dsp:cNvPr id="0" name=""/>
        <dsp:cNvSpPr/>
      </dsp:nvSpPr>
      <dsp:spPr>
        <a:xfrm>
          <a:off x="4055" y="171059"/>
          <a:ext cx="1554725" cy="436272"/>
        </a:xfrm>
        <a:prstGeom prst="rect">
          <a:avLst/>
        </a:prstGeom>
        <a:solidFill>
          <a:schemeClr val="bg2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Model Selection</a:t>
          </a:r>
          <a:endParaRPr lang="en-IN" sz="1300" kern="1200"/>
        </a:p>
      </dsp:txBody>
      <dsp:txXfrm>
        <a:off x="4055" y="171059"/>
        <a:ext cx="1554725" cy="436272"/>
      </dsp:txXfrm>
    </dsp:sp>
    <dsp:sp modelId="{25AAAD2C-B984-4125-BE0F-CD048674270A}">
      <dsp:nvSpPr>
        <dsp:cNvPr id="0" name=""/>
        <dsp:cNvSpPr/>
      </dsp:nvSpPr>
      <dsp:spPr>
        <a:xfrm>
          <a:off x="4055" y="607332"/>
          <a:ext cx="1554725" cy="2712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Chosen </a:t>
          </a:r>
          <a:r>
            <a:rPr lang="en-IN" sz="1300" b="1" kern="1200"/>
            <a:t>XGBRegressor</a:t>
          </a:r>
          <a:r>
            <a:rPr lang="en-IN" sz="1300" kern="1200"/>
            <a:t> for: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Strong performance on tabular data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Captures </a:t>
          </a:r>
          <a:r>
            <a:rPr lang="en-IN" sz="1300" b="1" kern="1200"/>
            <a:t>non-linear relationships</a:t>
          </a:r>
          <a:r>
            <a:rPr lang="en-IN" sz="1300" kern="1200"/>
            <a:t>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Built-in </a:t>
          </a:r>
          <a:r>
            <a:rPr lang="en-IN" sz="1300" b="1" kern="1200"/>
            <a:t>regularization</a:t>
          </a:r>
          <a:r>
            <a:rPr lang="en-IN" sz="1300" kern="1200"/>
            <a:t> (controls overfitting)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Handles mixed feature types effectively </a:t>
          </a:r>
        </a:p>
      </dsp:txBody>
      <dsp:txXfrm>
        <a:off x="4055" y="607332"/>
        <a:ext cx="1554725" cy="2712060"/>
      </dsp:txXfrm>
    </dsp:sp>
    <dsp:sp modelId="{6187B53D-A7C6-4569-BBA4-ED30BB934E5B}">
      <dsp:nvSpPr>
        <dsp:cNvPr id="0" name=""/>
        <dsp:cNvSpPr/>
      </dsp:nvSpPr>
      <dsp:spPr>
        <a:xfrm>
          <a:off x="1776443" y="171059"/>
          <a:ext cx="1554725" cy="436272"/>
        </a:xfrm>
        <a:prstGeom prst="rect">
          <a:avLst/>
        </a:prstGeom>
        <a:solidFill>
          <a:schemeClr val="bg2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Model Configuration</a:t>
          </a:r>
          <a:endParaRPr lang="en-IN" sz="1300" kern="1200"/>
        </a:p>
      </dsp:txBody>
      <dsp:txXfrm>
        <a:off x="1776443" y="171059"/>
        <a:ext cx="1554725" cy="436272"/>
      </dsp:txXfrm>
    </dsp:sp>
    <dsp:sp modelId="{3AA0BC60-DECE-4FDB-B4DB-01EDAA72A196}">
      <dsp:nvSpPr>
        <dsp:cNvPr id="0" name=""/>
        <dsp:cNvSpPr/>
      </dsp:nvSpPr>
      <dsp:spPr>
        <a:xfrm>
          <a:off x="1776443" y="607332"/>
          <a:ext cx="1554725" cy="2712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Objective: </a:t>
          </a:r>
          <a:r>
            <a:rPr lang="en-IN" sz="1300" b="1" kern="1200"/>
            <a:t>reg:squarederror</a:t>
          </a:r>
          <a:r>
            <a:rPr lang="en-IN" sz="1300" kern="1200"/>
            <a:t>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Evaluation Metric: </a:t>
          </a:r>
          <a:r>
            <a:rPr lang="en-IN" sz="1300" b="1" kern="1200"/>
            <a:t>RMSE</a:t>
          </a:r>
          <a:r>
            <a:rPr lang="en-IN" sz="1300" kern="1200"/>
            <a:t>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Random State: </a:t>
          </a:r>
          <a:r>
            <a:rPr lang="en-IN" sz="1300" b="1" kern="1200"/>
            <a:t>42</a:t>
          </a:r>
          <a:r>
            <a:rPr lang="en-IN" sz="1300" kern="1200"/>
            <a:t>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Trained on </a:t>
          </a:r>
          <a:r>
            <a:rPr lang="en-IN" sz="1300" b="1" kern="1200"/>
            <a:t>train set</a:t>
          </a:r>
          <a:r>
            <a:rPr lang="en-IN" sz="1300" kern="1200"/>
            <a:t>, evaluated on </a:t>
          </a:r>
          <a:r>
            <a:rPr lang="en-IN" sz="1300" b="1" kern="1200"/>
            <a:t>validation set</a:t>
          </a:r>
          <a:endParaRPr lang="en-IN" sz="1300" kern="1200"/>
        </a:p>
      </dsp:txBody>
      <dsp:txXfrm>
        <a:off x="1776443" y="607332"/>
        <a:ext cx="1554725" cy="2712060"/>
      </dsp:txXfrm>
    </dsp:sp>
    <dsp:sp modelId="{A4F0A4DC-54EC-43BC-8C10-C6C74D1A4BA8}">
      <dsp:nvSpPr>
        <dsp:cNvPr id="0" name=""/>
        <dsp:cNvSpPr/>
      </dsp:nvSpPr>
      <dsp:spPr>
        <a:xfrm>
          <a:off x="3548830" y="171059"/>
          <a:ext cx="1554725" cy="436272"/>
        </a:xfrm>
        <a:prstGeom prst="rect">
          <a:avLst/>
        </a:prstGeom>
        <a:solidFill>
          <a:schemeClr val="bg2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Overfitting Analysis</a:t>
          </a:r>
          <a:endParaRPr lang="en-IN" sz="1300" kern="1200" dirty="0"/>
        </a:p>
      </dsp:txBody>
      <dsp:txXfrm>
        <a:off x="3548830" y="171059"/>
        <a:ext cx="1554725" cy="436272"/>
      </dsp:txXfrm>
    </dsp:sp>
    <dsp:sp modelId="{2809FFD3-E05B-4238-BDEC-5BEAEBB992E4}">
      <dsp:nvSpPr>
        <dsp:cNvPr id="0" name=""/>
        <dsp:cNvSpPr/>
      </dsp:nvSpPr>
      <dsp:spPr>
        <a:xfrm>
          <a:off x="3548830" y="607332"/>
          <a:ext cx="1554725" cy="2712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Large gap between train &amp; validation performance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Model learns training data well but </a:t>
          </a:r>
          <a:r>
            <a:rPr lang="en-IN" sz="1300" b="1" kern="1200"/>
            <a:t>fails to generalize</a:t>
          </a:r>
          <a:br>
            <a:rPr lang="en-IN" sz="1300" kern="1200"/>
          </a:br>
          <a:r>
            <a:rPr lang="en-IN" sz="1300" kern="1200"/>
            <a:t>→ Indicates </a:t>
          </a:r>
          <a:r>
            <a:rPr lang="en-IN" sz="1300" b="1" kern="1200"/>
            <a:t>overfitting (learning noise, not patterns)</a:t>
          </a:r>
          <a:r>
            <a:rPr lang="en-IN" sz="1300" kern="1200"/>
            <a:t> </a:t>
          </a:r>
        </a:p>
      </dsp:txBody>
      <dsp:txXfrm>
        <a:off x="3548830" y="607332"/>
        <a:ext cx="1554725" cy="2712060"/>
      </dsp:txXfrm>
    </dsp:sp>
    <dsp:sp modelId="{0903E12A-79DE-42B4-AF5E-483D78899EEE}">
      <dsp:nvSpPr>
        <dsp:cNvPr id="0" name=""/>
        <dsp:cNvSpPr/>
      </dsp:nvSpPr>
      <dsp:spPr>
        <a:xfrm>
          <a:off x="5321218" y="171059"/>
          <a:ext cx="1554725" cy="436272"/>
        </a:xfrm>
        <a:prstGeom prst="rect">
          <a:avLst/>
        </a:prstGeom>
        <a:solidFill>
          <a:schemeClr val="bg2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Operational Impact</a:t>
          </a:r>
          <a:endParaRPr lang="en-IN" sz="1300" kern="1200" dirty="0"/>
        </a:p>
      </dsp:txBody>
      <dsp:txXfrm>
        <a:off x="5321218" y="171059"/>
        <a:ext cx="1554725" cy="436272"/>
      </dsp:txXfrm>
    </dsp:sp>
    <dsp:sp modelId="{E57D3AF2-B3E4-4178-BA5D-F04CD538992A}">
      <dsp:nvSpPr>
        <dsp:cNvPr id="0" name=""/>
        <dsp:cNvSpPr/>
      </dsp:nvSpPr>
      <dsp:spPr>
        <a:xfrm>
          <a:off x="5321218" y="607332"/>
          <a:ext cx="1554725" cy="2712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Reduces reliability of predictions on new students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Risks </a:t>
          </a:r>
          <a:r>
            <a:rPr lang="en-IN" sz="1300" b="1" kern="1200"/>
            <a:t>missing or misclassifying at-risk students</a:t>
          </a:r>
          <a:r>
            <a:rPr lang="en-IN" sz="1300" kern="1200"/>
            <a:t> </a:t>
          </a:r>
        </a:p>
      </dsp:txBody>
      <dsp:txXfrm>
        <a:off x="5321218" y="607332"/>
        <a:ext cx="1554725" cy="2712060"/>
      </dsp:txXfrm>
    </dsp:sp>
    <dsp:sp modelId="{DF30A114-B54B-43D4-862E-10138FEEA427}">
      <dsp:nvSpPr>
        <dsp:cNvPr id="0" name=""/>
        <dsp:cNvSpPr/>
      </dsp:nvSpPr>
      <dsp:spPr>
        <a:xfrm>
          <a:off x="7093605" y="171059"/>
          <a:ext cx="1554725" cy="436272"/>
        </a:xfrm>
        <a:prstGeom prst="rect">
          <a:avLst/>
        </a:prstGeom>
        <a:solidFill>
          <a:schemeClr val="bg2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Early Stopping Approach</a:t>
          </a:r>
          <a:endParaRPr lang="en-IN" sz="1300" kern="1200"/>
        </a:p>
      </dsp:txBody>
      <dsp:txXfrm>
        <a:off x="7093605" y="171059"/>
        <a:ext cx="1554725" cy="436272"/>
      </dsp:txXfrm>
    </dsp:sp>
    <dsp:sp modelId="{F64BD182-0756-444F-AE57-39F7D7FCEC65}">
      <dsp:nvSpPr>
        <dsp:cNvPr id="0" name=""/>
        <dsp:cNvSpPr/>
      </dsp:nvSpPr>
      <dsp:spPr>
        <a:xfrm>
          <a:off x="7093605" y="607332"/>
          <a:ext cx="1554725" cy="2712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Not used due to API limitation (XGBoost 3.x sklearn wrapper)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Validation RMSE monitored manually during training</a:t>
          </a:r>
        </a:p>
      </dsp:txBody>
      <dsp:txXfrm>
        <a:off x="7093605" y="607332"/>
        <a:ext cx="1554725" cy="27120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606027-1D46-488B-A694-F10D97DE0B23}">
      <dsp:nvSpPr>
        <dsp:cNvPr id="0" name=""/>
        <dsp:cNvSpPr/>
      </dsp:nvSpPr>
      <dsp:spPr>
        <a:xfrm>
          <a:off x="755238" y="2844"/>
          <a:ext cx="1246109" cy="6230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Tuning Approach</a:t>
          </a:r>
          <a:endParaRPr lang="en-IN" sz="1200" kern="1200" dirty="0"/>
        </a:p>
      </dsp:txBody>
      <dsp:txXfrm>
        <a:off x="773487" y="21093"/>
        <a:ext cx="1209611" cy="586556"/>
      </dsp:txXfrm>
    </dsp:sp>
    <dsp:sp modelId="{C703EF97-AD19-4CCF-AF7C-C86F4FC307FD}">
      <dsp:nvSpPr>
        <dsp:cNvPr id="0" name=""/>
        <dsp:cNvSpPr/>
      </dsp:nvSpPr>
      <dsp:spPr>
        <a:xfrm>
          <a:off x="879849" y="625899"/>
          <a:ext cx="124610" cy="92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9442"/>
              </a:lnTo>
              <a:lnTo>
                <a:pt x="124610" y="929442"/>
              </a:lnTo>
            </a:path>
          </a:pathLst>
        </a:custGeom>
        <a:noFill/>
        <a:ln w="1587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24C720-3624-476F-844A-68648363EBCE}">
      <dsp:nvSpPr>
        <dsp:cNvPr id="0" name=""/>
        <dsp:cNvSpPr/>
      </dsp:nvSpPr>
      <dsp:spPr>
        <a:xfrm>
          <a:off x="1004460" y="781663"/>
          <a:ext cx="996887" cy="15473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Used </a:t>
          </a:r>
          <a:r>
            <a:rPr lang="en-IN" sz="1000" b="1" kern="1200" dirty="0" err="1"/>
            <a:t>RandomizedSearchCV</a:t>
          </a:r>
          <a:r>
            <a:rPr lang="en-IN" sz="1000" kern="1200" dirty="0"/>
            <a:t> for optimization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 dirty="0"/>
            <a:t>Efficient for large search space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 dirty="0"/>
            <a:t>Faster than </a:t>
          </a:r>
          <a:r>
            <a:rPr lang="en-IN" sz="1000" kern="1200" dirty="0" err="1"/>
            <a:t>GridSearch</a:t>
          </a:r>
          <a:r>
            <a:rPr lang="en-IN" sz="1000" kern="1200" dirty="0"/>
            <a:t> </a:t>
          </a:r>
        </a:p>
      </dsp:txBody>
      <dsp:txXfrm>
        <a:off x="1033658" y="810861"/>
        <a:ext cx="938491" cy="1488960"/>
      </dsp:txXfrm>
    </dsp:sp>
    <dsp:sp modelId="{DECC2ABF-68A4-4D80-89A9-4881ADF8F713}">
      <dsp:nvSpPr>
        <dsp:cNvPr id="0" name=""/>
        <dsp:cNvSpPr/>
      </dsp:nvSpPr>
      <dsp:spPr>
        <a:xfrm>
          <a:off x="879849" y="625899"/>
          <a:ext cx="114781" cy="23867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6705"/>
              </a:lnTo>
              <a:lnTo>
                <a:pt x="114781" y="2386705"/>
              </a:lnTo>
            </a:path>
          </a:pathLst>
        </a:custGeom>
        <a:noFill/>
        <a:ln w="1587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5DAFF3-9231-4D7D-95D7-6E04B5CEFC38}">
      <dsp:nvSpPr>
        <dsp:cNvPr id="0" name=""/>
        <dsp:cNvSpPr/>
      </dsp:nvSpPr>
      <dsp:spPr>
        <a:xfrm>
          <a:off x="994631" y="2701077"/>
          <a:ext cx="996887" cy="623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Selection Metric:</a:t>
          </a:r>
          <a:r>
            <a:rPr lang="en-IN" sz="1000" kern="1200" dirty="0"/>
            <a:t> Validation RMSE </a:t>
          </a:r>
        </a:p>
      </dsp:txBody>
      <dsp:txXfrm>
        <a:off x="1012880" y="2719326"/>
        <a:ext cx="960389" cy="586556"/>
      </dsp:txXfrm>
    </dsp:sp>
    <dsp:sp modelId="{6C8ED4F0-8AF0-44C4-81DA-830AE2EA5BC6}">
      <dsp:nvSpPr>
        <dsp:cNvPr id="0" name=""/>
        <dsp:cNvSpPr/>
      </dsp:nvSpPr>
      <dsp:spPr>
        <a:xfrm>
          <a:off x="2312875" y="2844"/>
          <a:ext cx="1246109" cy="6230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Hyperparameters Tuned</a:t>
          </a:r>
          <a:endParaRPr lang="en-IN" sz="1200" kern="1200" dirty="0"/>
        </a:p>
      </dsp:txBody>
      <dsp:txXfrm>
        <a:off x="2331124" y="21093"/>
        <a:ext cx="1209611" cy="586556"/>
      </dsp:txXfrm>
    </dsp:sp>
    <dsp:sp modelId="{69A66B51-B50E-4E12-80C7-F904DFADBE10}">
      <dsp:nvSpPr>
        <dsp:cNvPr id="0" name=""/>
        <dsp:cNvSpPr/>
      </dsp:nvSpPr>
      <dsp:spPr>
        <a:xfrm>
          <a:off x="2437486" y="625899"/>
          <a:ext cx="124610" cy="467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7291"/>
              </a:lnTo>
              <a:lnTo>
                <a:pt x="124610" y="467291"/>
              </a:lnTo>
            </a:path>
          </a:pathLst>
        </a:custGeom>
        <a:noFill/>
        <a:ln w="1587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BCD7CC-CB49-42D2-ABA8-A1D34FF7E593}">
      <dsp:nvSpPr>
        <dsp:cNvPr id="0" name=""/>
        <dsp:cNvSpPr/>
      </dsp:nvSpPr>
      <dsp:spPr>
        <a:xfrm>
          <a:off x="2562097" y="781663"/>
          <a:ext cx="996887" cy="623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Model Complexity:</a:t>
          </a:r>
          <a:r>
            <a:rPr lang="en-IN" sz="1000" kern="1200"/>
            <a:t> n_estimators (300–1000), max_depth (3–6) </a:t>
          </a:r>
        </a:p>
      </dsp:txBody>
      <dsp:txXfrm>
        <a:off x="2580346" y="799912"/>
        <a:ext cx="960389" cy="586556"/>
      </dsp:txXfrm>
    </dsp:sp>
    <dsp:sp modelId="{B212AB17-2EDC-4E61-86F5-D5578B2187F8}">
      <dsp:nvSpPr>
        <dsp:cNvPr id="0" name=""/>
        <dsp:cNvSpPr/>
      </dsp:nvSpPr>
      <dsp:spPr>
        <a:xfrm>
          <a:off x="2437486" y="625899"/>
          <a:ext cx="124610" cy="12461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6109"/>
              </a:lnTo>
              <a:lnTo>
                <a:pt x="124610" y="1246109"/>
              </a:lnTo>
            </a:path>
          </a:pathLst>
        </a:custGeom>
        <a:noFill/>
        <a:ln w="1587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10EE92-744C-4280-A61D-2B8A2ABAD9F4}">
      <dsp:nvSpPr>
        <dsp:cNvPr id="0" name=""/>
        <dsp:cNvSpPr/>
      </dsp:nvSpPr>
      <dsp:spPr>
        <a:xfrm>
          <a:off x="2562097" y="1560481"/>
          <a:ext cx="996887" cy="623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Learning Control:</a:t>
          </a:r>
          <a:r>
            <a:rPr lang="en-IN" sz="1000" kern="1200"/>
            <a:t> learning_rate (0.03–0.1) </a:t>
          </a:r>
        </a:p>
      </dsp:txBody>
      <dsp:txXfrm>
        <a:off x="2580346" y="1578730"/>
        <a:ext cx="960389" cy="586556"/>
      </dsp:txXfrm>
    </dsp:sp>
    <dsp:sp modelId="{3D37D965-1779-4665-A57E-9EA1A085AA01}">
      <dsp:nvSpPr>
        <dsp:cNvPr id="0" name=""/>
        <dsp:cNvSpPr/>
      </dsp:nvSpPr>
      <dsp:spPr>
        <a:xfrm>
          <a:off x="2437486" y="625899"/>
          <a:ext cx="124610" cy="20249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24928"/>
              </a:lnTo>
              <a:lnTo>
                <a:pt x="124610" y="2024928"/>
              </a:lnTo>
            </a:path>
          </a:pathLst>
        </a:custGeom>
        <a:noFill/>
        <a:ln w="1587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52AC40-C3EB-485F-8B0D-E841C3428D13}">
      <dsp:nvSpPr>
        <dsp:cNvPr id="0" name=""/>
        <dsp:cNvSpPr/>
      </dsp:nvSpPr>
      <dsp:spPr>
        <a:xfrm>
          <a:off x="2562097" y="2339300"/>
          <a:ext cx="996887" cy="623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Regularization:</a:t>
          </a:r>
          <a:r>
            <a:rPr lang="en-IN" sz="1000" kern="1200"/>
            <a:t> gamma, reg_alpha (L1), reg_lambda (L2) </a:t>
          </a:r>
        </a:p>
      </dsp:txBody>
      <dsp:txXfrm>
        <a:off x="2580346" y="2357549"/>
        <a:ext cx="960389" cy="586556"/>
      </dsp:txXfrm>
    </dsp:sp>
    <dsp:sp modelId="{54B038AB-3702-4E53-A3F1-0B2038B78671}">
      <dsp:nvSpPr>
        <dsp:cNvPr id="0" name=""/>
        <dsp:cNvSpPr/>
      </dsp:nvSpPr>
      <dsp:spPr>
        <a:xfrm>
          <a:off x="2437486" y="625899"/>
          <a:ext cx="124610" cy="28037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03747"/>
              </a:lnTo>
              <a:lnTo>
                <a:pt x="124610" y="2803747"/>
              </a:lnTo>
            </a:path>
          </a:pathLst>
        </a:custGeom>
        <a:noFill/>
        <a:ln w="1587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1537EF-DEF2-4001-9439-8EB8D6F6166F}">
      <dsp:nvSpPr>
        <dsp:cNvPr id="0" name=""/>
        <dsp:cNvSpPr/>
      </dsp:nvSpPr>
      <dsp:spPr>
        <a:xfrm>
          <a:off x="2562097" y="3118118"/>
          <a:ext cx="996887" cy="623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Generalization:</a:t>
          </a:r>
          <a:r>
            <a:rPr lang="en-IN" sz="1000" kern="1200"/>
            <a:t> subsample, colsample_bytree </a:t>
          </a:r>
        </a:p>
      </dsp:txBody>
      <dsp:txXfrm>
        <a:off x="2580346" y="3136367"/>
        <a:ext cx="960389" cy="586556"/>
      </dsp:txXfrm>
    </dsp:sp>
    <dsp:sp modelId="{D4B3D4E1-BBD5-4DD4-878E-A283CB998CE2}">
      <dsp:nvSpPr>
        <dsp:cNvPr id="0" name=""/>
        <dsp:cNvSpPr/>
      </dsp:nvSpPr>
      <dsp:spPr>
        <a:xfrm>
          <a:off x="2437486" y="625899"/>
          <a:ext cx="124610" cy="35825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82565"/>
              </a:lnTo>
              <a:lnTo>
                <a:pt x="124610" y="3582565"/>
              </a:lnTo>
            </a:path>
          </a:pathLst>
        </a:custGeom>
        <a:noFill/>
        <a:ln w="1587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E299DA-1F71-4968-9F4A-0C2ABD374155}">
      <dsp:nvSpPr>
        <dsp:cNvPr id="0" name=""/>
        <dsp:cNvSpPr/>
      </dsp:nvSpPr>
      <dsp:spPr>
        <a:xfrm>
          <a:off x="2562097" y="3896937"/>
          <a:ext cx="996887" cy="623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Leaf Control:</a:t>
          </a:r>
          <a:r>
            <a:rPr lang="en-IN" sz="1000" kern="1200"/>
            <a:t> min_child_weight </a:t>
          </a:r>
        </a:p>
      </dsp:txBody>
      <dsp:txXfrm>
        <a:off x="2580346" y="3915186"/>
        <a:ext cx="960389" cy="586556"/>
      </dsp:txXfrm>
    </dsp:sp>
    <dsp:sp modelId="{47A698B7-96F7-44A8-BA97-0DD5E39E3F99}">
      <dsp:nvSpPr>
        <dsp:cNvPr id="0" name=""/>
        <dsp:cNvSpPr/>
      </dsp:nvSpPr>
      <dsp:spPr>
        <a:xfrm>
          <a:off x="3870513" y="2844"/>
          <a:ext cx="1246109" cy="6230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Tuning Strategy</a:t>
          </a:r>
          <a:endParaRPr lang="en-IN" sz="1200" kern="1200" dirty="0"/>
        </a:p>
      </dsp:txBody>
      <dsp:txXfrm>
        <a:off x="3888762" y="21093"/>
        <a:ext cx="1209611" cy="586556"/>
      </dsp:txXfrm>
    </dsp:sp>
    <dsp:sp modelId="{FFC6BE5E-6E8A-4777-8B73-C8CD9416ABD8}">
      <dsp:nvSpPr>
        <dsp:cNvPr id="0" name=""/>
        <dsp:cNvSpPr/>
      </dsp:nvSpPr>
      <dsp:spPr>
        <a:xfrm>
          <a:off x="3995124" y="625899"/>
          <a:ext cx="124610" cy="467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7291"/>
              </a:lnTo>
              <a:lnTo>
                <a:pt x="124610" y="467291"/>
              </a:lnTo>
            </a:path>
          </a:pathLst>
        </a:custGeom>
        <a:noFill/>
        <a:ln w="1587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9F9AF7-E8E8-42F3-8949-679770138558}">
      <dsp:nvSpPr>
        <dsp:cNvPr id="0" name=""/>
        <dsp:cNvSpPr/>
      </dsp:nvSpPr>
      <dsp:spPr>
        <a:xfrm>
          <a:off x="4119735" y="781663"/>
          <a:ext cx="996887" cy="623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Balanced </a:t>
          </a:r>
          <a:r>
            <a:rPr lang="en-IN" sz="1000" b="1" kern="1200"/>
            <a:t>bias vs variance</a:t>
          </a:r>
          <a:r>
            <a:rPr lang="en-IN" sz="1000" kern="1200"/>
            <a:t> </a:t>
          </a:r>
        </a:p>
      </dsp:txBody>
      <dsp:txXfrm>
        <a:off x="4137984" y="799912"/>
        <a:ext cx="960389" cy="586556"/>
      </dsp:txXfrm>
    </dsp:sp>
    <dsp:sp modelId="{49F7863A-24AB-4BFF-BF3A-F225AC9790C1}">
      <dsp:nvSpPr>
        <dsp:cNvPr id="0" name=""/>
        <dsp:cNvSpPr/>
      </dsp:nvSpPr>
      <dsp:spPr>
        <a:xfrm>
          <a:off x="3995124" y="625899"/>
          <a:ext cx="124610" cy="16991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9198"/>
              </a:lnTo>
              <a:lnTo>
                <a:pt x="124610" y="1699198"/>
              </a:lnTo>
            </a:path>
          </a:pathLst>
        </a:custGeom>
        <a:noFill/>
        <a:ln w="1587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F9D81E-2151-4C7F-A13C-FAEDB6CD3E44}">
      <dsp:nvSpPr>
        <dsp:cNvPr id="0" name=""/>
        <dsp:cNvSpPr/>
      </dsp:nvSpPr>
      <dsp:spPr>
        <a:xfrm>
          <a:off x="4119735" y="1560481"/>
          <a:ext cx="996887" cy="15292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Reduced overfitting via: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 dirty="0"/>
            <a:t>Lower depth &amp; learning rate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Sampling (row &amp; feature)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Regularization penalties </a:t>
          </a:r>
        </a:p>
      </dsp:txBody>
      <dsp:txXfrm>
        <a:off x="4148933" y="1589679"/>
        <a:ext cx="938491" cy="1470836"/>
      </dsp:txXfrm>
    </dsp:sp>
    <dsp:sp modelId="{45284B5D-FCF2-4146-9FC0-E8D5EAA6B1E2}">
      <dsp:nvSpPr>
        <dsp:cNvPr id="0" name=""/>
        <dsp:cNvSpPr/>
      </dsp:nvSpPr>
      <dsp:spPr>
        <a:xfrm>
          <a:off x="5428150" y="2844"/>
          <a:ext cx="1246109" cy="6230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Model Selection</a:t>
          </a:r>
          <a:endParaRPr lang="en-IN" sz="1200" kern="1200" dirty="0"/>
        </a:p>
      </dsp:txBody>
      <dsp:txXfrm>
        <a:off x="5446399" y="21093"/>
        <a:ext cx="1209611" cy="586556"/>
      </dsp:txXfrm>
    </dsp:sp>
    <dsp:sp modelId="{D79612AE-DF4B-4CB0-8611-04D87A3A8488}">
      <dsp:nvSpPr>
        <dsp:cNvPr id="0" name=""/>
        <dsp:cNvSpPr/>
      </dsp:nvSpPr>
      <dsp:spPr>
        <a:xfrm>
          <a:off x="5552761" y="625899"/>
          <a:ext cx="124610" cy="467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7291"/>
              </a:lnTo>
              <a:lnTo>
                <a:pt x="124610" y="467291"/>
              </a:lnTo>
            </a:path>
          </a:pathLst>
        </a:custGeom>
        <a:noFill/>
        <a:ln w="1587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C15CBF-C829-4B47-BA8A-F7AD45DB3E1E}">
      <dsp:nvSpPr>
        <dsp:cNvPr id="0" name=""/>
        <dsp:cNvSpPr/>
      </dsp:nvSpPr>
      <dsp:spPr>
        <a:xfrm>
          <a:off x="5677372" y="781663"/>
          <a:ext cx="996887" cy="623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Primary Metric:</a:t>
          </a:r>
          <a:r>
            <a:rPr lang="en-IN" sz="1000" kern="1200"/>
            <a:t> RMSE </a:t>
          </a:r>
        </a:p>
      </dsp:txBody>
      <dsp:txXfrm>
        <a:off x="5695621" y="799912"/>
        <a:ext cx="960389" cy="586556"/>
      </dsp:txXfrm>
    </dsp:sp>
    <dsp:sp modelId="{3622A951-2416-4620-8B49-F73C8C5032C1}">
      <dsp:nvSpPr>
        <dsp:cNvPr id="0" name=""/>
        <dsp:cNvSpPr/>
      </dsp:nvSpPr>
      <dsp:spPr>
        <a:xfrm>
          <a:off x="5552761" y="625899"/>
          <a:ext cx="124610" cy="14427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2739"/>
              </a:lnTo>
              <a:lnTo>
                <a:pt x="124610" y="1442739"/>
              </a:lnTo>
            </a:path>
          </a:pathLst>
        </a:custGeom>
        <a:noFill/>
        <a:ln w="1587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D2A669-C7F1-4184-AF4F-EAE48670B0FC}">
      <dsp:nvSpPr>
        <dsp:cNvPr id="0" name=""/>
        <dsp:cNvSpPr/>
      </dsp:nvSpPr>
      <dsp:spPr>
        <a:xfrm>
          <a:off x="5677372" y="1560481"/>
          <a:ext cx="996887" cy="10163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Secondary Metric:</a:t>
          </a:r>
          <a:r>
            <a:rPr lang="en-IN" sz="1000" kern="1200" dirty="0"/>
            <a:t> MAE</a:t>
          </a:r>
          <a:br>
            <a:rPr lang="en-IN" sz="1000" kern="1200" dirty="0"/>
          </a:br>
          <a:r>
            <a:rPr lang="en-IN" sz="1000" kern="1200" dirty="0"/>
            <a:t>→ Selected model with lowest validation RMSE </a:t>
          </a:r>
          <a:br>
            <a:rPr lang="en-IN" sz="1000" kern="1200" dirty="0"/>
          </a:br>
          <a:endParaRPr lang="en-IN" sz="1000" kern="1200" dirty="0"/>
        </a:p>
      </dsp:txBody>
      <dsp:txXfrm>
        <a:off x="5706570" y="1589679"/>
        <a:ext cx="938491" cy="9579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73B3FD-8A80-4571-9E57-DD15CBF2557F}">
      <dsp:nvSpPr>
        <dsp:cNvPr id="0" name=""/>
        <dsp:cNvSpPr/>
      </dsp:nvSpPr>
      <dsp:spPr>
        <a:xfrm>
          <a:off x="6241" y="1464"/>
          <a:ext cx="2584386" cy="1550632"/>
        </a:xfrm>
        <a:prstGeom prst="rect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Evaluation Approach</a:t>
          </a:r>
          <a:endParaRPr lang="en-IN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Tested on </a:t>
          </a:r>
          <a:r>
            <a:rPr lang="en-US" sz="1100" b="1" kern="1200"/>
            <a:t>unseen data</a:t>
          </a:r>
          <a:r>
            <a:rPr lang="en-US" sz="1100" kern="1200"/>
            <a:t> (not used in training/tuning)</a:t>
          </a:r>
          <a:br>
            <a:rPr lang="en-US" sz="1100" kern="1200"/>
          </a:br>
          <a:r>
            <a:rPr lang="en-US" sz="1100" kern="1200"/>
            <a:t>	→ Ensures </a:t>
          </a:r>
          <a:r>
            <a:rPr lang="en-US" sz="1100" b="1" kern="1200"/>
            <a:t>true generalization performance</a:t>
          </a:r>
          <a:r>
            <a:rPr lang="en-US" sz="1100" kern="1200"/>
            <a:t> </a:t>
          </a:r>
          <a:endParaRPr lang="en-IN" sz="1100" kern="1200"/>
        </a:p>
      </dsp:txBody>
      <dsp:txXfrm>
        <a:off x="6241" y="1464"/>
        <a:ext cx="2584386" cy="1550632"/>
      </dsp:txXfrm>
    </dsp:sp>
    <dsp:sp modelId="{6975FF9A-DD3B-4B0F-88FB-28BF03541E14}">
      <dsp:nvSpPr>
        <dsp:cNvPr id="0" name=""/>
        <dsp:cNvSpPr/>
      </dsp:nvSpPr>
      <dsp:spPr>
        <a:xfrm>
          <a:off x="2849067" y="1464"/>
          <a:ext cx="2584386" cy="1550632"/>
        </a:xfrm>
        <a:prstGeom prst="rect">
          <a:avLst/>
        </a:prstGeom>
        <a:solidFill>
          <a:schemeClr val="accent5">
            <a:shade val="50000"/>
            <a:hueOff val="139902"/>
            <a:satOff val="3210"/>
            <a:lumOff val="1955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Model Performance Insights</a:t>
          </a:r>
          <a:endParaRPr lang="en-IN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/>
            <a:t>Predictions </a:t>
          </a:r>
          <a:r>
            <a:rPr lang="en-IN" sz="1100" b="1" kern="1200"/>
            <a:t>closely follow actual values</a:t>
          </a:r>
          <a:r>
            <a:rPr lang="en-IN" sz="1100" kern="1200"/>
            <a:t> (good mid-range accuracy)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kern="1200" dirty="0"/>
            <a:t>Higher errors at extremes</a:t>
          </a:r>
          <a:r>
            <a:rPr lang="en-IN" sz="1100" kern="1200" dirty="0"/>
            <a:t> (very low &amp; high grades)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Model shows </a:t>
          </a:r>
          <a:r>
            <a:rPr lang="en-IN" sz="1100" b="1" kern="1200" dirty="0"/>
            <a:t>balanced errors</a:t>
          </a:r>
          <a:r>
            <a:rPr lang="en-IN" sz="1100" kern="1200" dirty="0"/>
            <a:t> (no strong bias) </a:t>
          </a:r>
        </a:p>
      </dsp:txBody>
      <dsp:txXfrm>
        <a:off x="2849067" y="1464"/>
        <a:ext cx="2584386" cy="1550632"/>
      </dsp:txXfrm>
    </dsp:sp>
    <dsp:sp modelId="{675A281D-5573-4460-8FED-ADCB8A58559A}">
      <dsp:nvSpPr>
        <dsp:cNvPr id="0" name=""/>
        <dsp:cNvSpPr/>
      </dsp:nvSpPr>
      <dsp:spPr>
        <a:xfrm>
          <a:off x="6241" y="1810535"/>
          <a:ext cx="2584386" cy="1550632"/>
        </a:xfrm>
        <a:prstGeom prst="rect">
          <a:avLst/>
        </a:prstGeom>
        <a:solidFill>
          <a:schemeClr val="accent5">
            <a:shade val="50000"/>
            <a:hueOff val="279804"/>
            <a:satOff val="6421"/>
            <a:lumOff val="3911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Residual Analysis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Residuals </a:t>
          </a:r>
          <a:r>
            <a:rPr lang="en-IN" sz="1100" kern="1200" dirty="0" err="1"/>
            <a:t>centered</a:t>
          </a:r>
          <a:r>
            <a:rPr lang="en-IN" sz="1100" kern="1200" dirty="0"/>
            <a:t> around </a:t>
          </a:r>
          <a:r>
            <a:rPr lang="en-IN" sz="1100" b="1" kern="1200" dirty="0"/>
            <a:t>zero → unbiased model</a:t>
          </a:r>
          <a:r>
            <a:rPr lang="en-IN" sz="1100" kern="1200" dirty="0"/>
            <a:t>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Random scatter → </a:t>
          </a:r>
          <a:r>
            <a:rPr lang="en-IN" sz="1100" b="1" kern="1200" dirty="0"/>
            <a:t>no systematic prediction pattern/</a:t>
          </a:r>
          <a:r>
            <a:rPr lang="en-IN" sz="1100" b="1" kern="1200"/>
            <a:t>errors</a:t>
          </a:r>
          <a:r>
            <a:rPr lang="en-IN" sz="1100" kern="1200"/>
            <a:t> </a:t>
          </a:r>
          <a:endParaRPr lang="en-IN" sz="1100" kern="1200" dirty="0"/>
        </a:p>
      </dsp:txBody>
      <dsp:txXfrm>
        <a:off x="6241" y="1810535"/>
        <a:ext cx="2584386" cy="1550632"/>
      </dsp:txXfrm>
    </dsp:sp>
    <dsp:sp modelId="{F180C72D-C512-43F9-B88F-168D67CB6BB4}">
      <dsp:nvSpPr>
        <dsp:cNvPr id="0" name=""/>
        <dsp:cNvSpPr/>
      </dsp:nvSpPr>
      <dsp:spPr>
        <a:xfrm>
          <a:off x="2849067" y="1810535"/>
          <a:ext cx="2584386" cy="1550632"/>
        </a:xfrm>
        <a:prstGeom prst="rect">
          <a:avLst/>
        </a:prstGeom>
        <a:solidFill>
          <a:schemeClr val="accent5">
            <a:shade val="50000"/>
            <a:hueOff val="139902"/>
            <a:satOff val="3210"/>
            <a:lumOff val="1955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Error by Grade Bands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kern="1200" dirty="0"/>
            <a:t>Best Performance:</a:t>
          </a:r>
          <a:r>
            <a:rPr lang="en-IN" sz="1100" kern="1200" dirty="0"/>
            <a:t> Medium (11–15) → stable patterns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kern="1200" dirty="0"/>
            <a:t>Higher Errors:</a:t>
          </a:r>
          <a:r>
            <a:rPr lang="en-IN" sz="1100" kern="1200" dirty="0"/>
            <a:t> 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Very Low (0–5) → inconsistent </a:t>
          </a:r>
          <a:r>
            <a:rPr lang="en-IN" sz="1100" kern="1200" dirty="0" err="1"/>
            <a:t>behavior</a:t>
          </a:r>
          <a:r>
            <a:rPr lang="en-IN" sz="1100" kern="1200" dirty="0"/>
            <a:t> 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/>
            <a:t>High (16–20) → slight underprediction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/>
            <a:t>Moderate error in Low (6–10)</a:t>
          </a:r>
        </a:p>
      </dsp:txBody>
      <dsp:txXfrm>
        <a:off x="2849067" y="1810535"/>
        <a:ext cx="2584386" cy="15506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E629C-E8D9-439E-928E-246B7C919293}">
      <dsp:nvSpPr>
        <dsp:cNvPr id="0" name=""/>
        <dsp:cNvSpPr/>
      </dsp:nvSpPr>
      <dsp:spPr>
        <a:xfrm>
          <a:off x="187308" y="769"/>
          <a:ext cx="1670437" cy="66817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Approach</a:t>
          </a:r>
          <a:endParaRPr lang="en-IN" sz="900" kern="1200"/>
        </a:p>
      </dsp:txBody>
      <dsp:txXfrm>
        <a:off x="521395" y="769"/>
        <a:ext cx="1002263" cy="668174"/>
      </dsp:txXfrm>
    </dsp:sp>
    <dsp:sp modelId="{39317B35-5458-4F0B-87EF-659BE27F989A}">
      <dsp:nvSpPr>
        <dsp:cNvPr id="0" name=""/>
        <dsp:cNvSpPr/>
      </dsp:nvSpPr>
      <dsp:spPr>
        <a:xfrm>
          <a:off x="1640589" y="57564"/>
          <a:ext cx="1841305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Error slicing across key factors: 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Absences, Study Time, Past Failures, Support</a:t>
          </a:r>
          <a:r>
            <a:rPr lang="en-US" sz="900" kern="1200" dirty="0"/>
            <a:t> </a:t>
          </a:r>
          <a:endParaRPr lang="en-IN" sz="900" kern="1200" dirty="0"/>
        </a:p>
      </dsp:txBody>
      <dsp:txXfrm>
        <a:off x="1917882" y="57564"/>
        <a:ext cx="1286720" cy="554585"/>
      </dsp:txXfrm>
    </dsp:sp>
    <dsp:sp modelId="{3C29CC4C-070B-4D7F-8CDC-920D94D87C76}">
      <dsp:nvSpPr>
        <dsp:cNvPr id="0" name=""/>
        <dsp:cNvSpPr/>
      </dsp:nvSpPr>
      <dsp:spPr>
        <a:xfrm>
          <a:off x="3287790" y="57564"/>
          <a:ext cx="1712905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Evaluated using </a:t>
          </a:r>
          <a:r>
            <a:rPr lang="en-US" sz="900" b="1" kern="1200" dirty="0"/>
            <a:t>MAE (absolute error)</a:t>
          </a:r>
          <a:r>
            <a:rPr lang="en-US" sz="900" kern="1200" dirty="0"/>
            <a:t> to identify patterns </a:t>
          </a:r>
          <a:endParaRPr lang="en-IN" sz="900" kern="1200" dirty="0"/>
        </a:p>
      </dsp:txBody>
      <dsp:txXfrm>
        <a:off x="3565083" y="57564"/>
        <a:ext cx="1158320" cy="554585"/>
      </dsp:txXfrm>
    </dsp:sp>
    <dsp:sp modelId="{E29178A5-BFDD-4645-BEFA-5D16B465AA1D}">
      <dsp:nvSpPr>
        <dsp:cNvPr id="0" name=""/>
        <dsp:cNvSpPr/>
      </dsp:nvSpPr>
      <dsp:spPr>
        <a:xfrm>
          <a:off x="187308" y="762489"/>
          <a:ext cx="1670437" cy="66817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Key Findings</a:t>
          </a:r>
          <a:endParaRPr lang="en-IN" sz="900" kern="1200"/>
        </a:p>
      </dsp:txBody>
      <dsp:txXfrm>
        <a:off x="521395" y="762489"/>
        <a:ext cx="1002263" cy="668174"/>
      </dsp:txXfrm>
    </dsp:sp>
    <dsp:sp modelId="{44F98133-2721-46FB-942F-C7D87F825E51}">
      <dsp:nvSpPr>
        <dsp:cNvPr id="0" name=""/>
        <dsp:cNvSpPr/>
      </dsp:nvSpPr>
      <dsp:spPr>
        <a:xfrm>
          <a:off x="1640589" y="819284"/>
          <a:ext cx="1425782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Absences:</a:t>
          </a:r>
          <a:r>
            <a:rPr lang="en-US" sz="900" kern="1200" dirty="0"/>
            <a:t> High absences → higher error &amp; poor performance </a:t>
          </a:r>
          <a:endParaRPr lang="en-IN" sz="900" kern="1200" dirty="0"/>
        </a:p>
      </dsp:txBody>
      <dsp:txXfrm>
        <a:off x="1917882" y="819284"/>
        <a:ext cx="871197" cy="554585"/>
      </dsp:txXfrm>
    </dsp:sp>
    <dsp:sp modelId="{72763EDF-C35B-46C9-9386-9908CDEEC80D}">
      <dsp:nvSpPr>
        <dsp:cNvPr id="0" name=""/>
        <dsp:cNvSpPr/>
      </dsp:nvSpPr>
      <dsp:spPr>
        <a:xfrm>
          <a:off x="2872267" y="819284"/>
          <a:ext cx="1476887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Study Time:</a:t>
          </a:r>
          <a:r>
            <a:rPr lang="en-US" sz="900" kern="1200" dirty="0"/>
            <a:t> Higher study time → lower error &amp; better predictability </a:t>
          </a:r>
          <a:endParaRPr lang="en-IN" sz="900" kern="1200" dirty="0"/>
        </a:p>
      </dsp:txBody>
      <dsp:txXfrm>
        <a:off x="3149560" y="819284"/>
        <a:ext cx="922302" cy="554585"/>
      </dsp:txXfrm>
    </dsp:sp>
    <dsp:sp modelId="{90A0C555-E94A-4BB8-BE0C-54EAC00C2F84}">
      <dsp:nvSpPr>
        <dsp:cNvPr id="0" name=""/>
        <dsp:cNvSpPr/>
      </dsp:nvSpPr>
      <dsp:spPr>
        <a:xfrm>
          <a:off x="4155050" y="819284"/>
          <a:ext cx="1546377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Past Failures:</a:t>
          </a:r>
          <a:r>
            <a:rPr lang="en-US" sz="900" kern="1200"/>
            <a:t> More failures → higher error &amp; inconsistent outcomes </a:t>
          </a:r>
          <a:endParaRPr lang="en-IN" sz="900" kern="1200"/>
        </a:p>
      </dsp:txBody>
      <dsp:txXfrm>
        <a:off x="4432343" y="819284"/>
        <a:ext cx="991792" cy="554585"/>
      </dsp:txXfrm>
    </dsp:sp>
    <dsp:sp modelId="{04F29A40-2A5F-49D4-9AFB-E25BADBC8215}">
      <dsp:nvSpPr>
        <dsp:cNvPr id="0" name=""/>
        <dsp:cNvSpPr/>
      </dsp:nvSpPr>
      <dsp:spPr>
        <a:xfrm>
          <a:off x="5507323" y="819284"/>
          <a:ext cx="1575188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Support:</a:t>
          </a:r>
          <a:r>
            <a:rPr lang="en-US" sz="900" kern="1200" dirty="0"/>
            <a:t> Strong family/school support → lower error &amp; stability </a:t>
          </a:r>
          <a:endParaRPr lang="en-IN" sz="900" kern="1200" dirty="0"/>
        </a:p>
      </dsp:txBody>
      <dsp:txXfrm>
        <a:off x="5784616" y="819284"/>
        <a:ext cx="1020603" cy="554585"/>
      </dsp:txXfrm>
    </dsp:sp>
    <dsp:sp modelId="{F4F5531B-043E-4B23-B2F6-DF16BA628D5E}">
      <dsp:nvSpPr>
        <dsp:cNvPr id="0" name=""/>
        <dsp:cNvSpPr/>
      </dsp:nvSpPr>
      <dsp:spPr>
        <a:xfrm>
          <a:off x="187308" y="1524208"/>
          <a:ext cx="1670437" cy="66817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Prediction Patterns</a:t>
          </a:r>
          <a:endParaRPr lang="en-IN" sz="900" kern="1200"/>
        </a:p>
      </dsp:txBody>
      <dsp:txXfrm>
        <a:off x="521395" y="1524208"/>
        <a:ext cx="1002263" cy="668174"/>
      </dsp:txXfrm>
    </dsp:sp>
    <dsp:sp modelId="{41E69AD2-E596-4EF6-98FA-243E2377E568}">
      <dsp:nvSpPr>
        <dsp:cNvPr id="0" name=""/>
        <dsp:cNvSpPr/>
      </dsp:nvSpPr>
      <dsp:spPr>
        <a:xfrm>
          <a:off x="1640589" y="1581003"/>
          <a:ext cx="1386462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Underprediction:</a:t>
          </a:r>
          <a:r>
            <a:rPr lang="en-US" sz="900" kern="1200"/>
            <a:t> High-performing students </a:t>
          </a:r>
          <a:endParaRPr lang="en-IN" sz="900" kern="1200"/>
        </a:p>
      </dsp:txBody>
      <dsp:txXfrm>
        <a:off x="1917882" y="1581003"/>
        <a:ext cx="831877" cy="554585"/>
      </dsp:txXfrm>
    </dsp:sp>
    <dsp:sp modelId="{9B14189E-7336-46B5-BF1A-24644BC8B3FB}">
      <dsp:nvSpPr>
        <dsp:cNvPr id="0" name=""/>
        <dsp:cNvSpPr/>
      </dsp:nvSpPr>
      <dsp:spPr>
        <a:xfrm>
          <a:off x="2832947" y="1581003"/>
          <a:ext cx="1892604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High variability:</a:t>
          </a:r>
          <a:r>
            <a:rPr lang="en-US" sz="900" kern="1200" dirty="0"/>
            <a:t> Very low-performing students</a:t>
          </a:r>
          <a:br>
            <a:rPr lang="en-US" sz="900" kern="1200" dirty="0"/>
          </a:br>
          <a:r>
            <a:rPr lang="en-US" sz="900" kern="1200" dirty="0"/>
            <a:t>→ Model shows </a:t>
          </a:r>
          <a:r>
            <a:rPr lang="en-US" sz="900" b="1" kern="1200" dirty="0"/>
            <a:t>regression toward mean (struggles at extremes)</a:t>
          </a:r>
          <a:r>
            <a:rPr lang="en-US" sz="900" kern="1200" dirty="0"/>
            <a:t> </a:t>
          </a:r>
          <a:endParaRPr lang="en-IN" sz="900" kern="1200" dirty="0"/>
        </a:p>
      </dsp:txBody>
      <dsp:txXfrm>
        <a:off x="3110240" y="1581003"/>
        <a:ext cx="1338019" cy="554585"/>
      </dsp:txXfrm>
    </dsp:sp>
    <dsp:sp modelId="{F645FD1E-226F-49D1-BD2A-CE4425150B1C}">
      <dsp:nvSpPr>
        <dsp:cNvPr id="0" name=""/>
        <dsp:cNvSpPr/>
      </dsp:nvSpPr>
      <dsp:spPr>
        <a:xfrm>
          <a:off x="187308" y="2285927"/>
          <a:ext cx="1670437" cy="66817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Core Insights</a:t>
          </a:r>
          <a:endParaRPr lang="en-IN" sz="900" kern="1200"/>
        </a:p>
      </dsp:txBody>
      <dsp:txXfrm>
        <a:off x="521395" y="2285927"/>
        <a:ext cx="1002263" cy="668174"/>
      </dsp:txXfrm>
    </dsp:sp>
    <dsp:sp modelId="{4BF7C978-A459-4E18-9EE7-06970C2411C3}">
      <dsp:nvSpPr>
        <dsp:cNvPr id="0" name=""/>
        <dsp:cNvSpPr/>
      </dsp:nvSpPr>
      <dsp:spPr>
        <a:xfrm>
          <a:off x="1640589" y="2342722"/>
          <a:ext cx="1386462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Highest errors in </a:t>
          </a:r>
          <a:r>
            <a:rPr lang="en-US" sz="900" b="1" kern="1200"/>
            <a:t>very_low &amp; high grade bands</a:t>
          </a:r>
          <a:r>
            <a:rPr lang="en-US" sz="900" kern="1200"/>
            <a:t> </a:t>
          </a:r>
          <a:endParaRPr lang="en-IN" sz="900" kern="1200"/>
        </a:p>
      </dsp:txBody>
      <dsp:txXfrm>
        <a:off x="1917882" y="2342722"/>
        <a:ext cx="831877" cy="554585"/>
      </dsp:txXfrm>
    </dsp:sp>
    <dsp:sp modelId="{2758EFA7-B78E-4E67-AE23-A4C28B315C2D}">
      <dsp:nvSpPr>
        <dsp:cNvPr id="0" name=""/>
        <dsp:cNvSpPr/>
      </dsp:nvSpPr>
      <dsp:spPr>
        <a:xfrm>
          <a:off x="2832947" y="2342722"/>
          <a:ext cx="1386462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Absences &amp; past failures</a:t>
          </a:r>
          <a:r>
            <a:rPr lang="en-US" sz="900" kern="1200"/>
            <a:t> are strongest risk indicators </a:t>
          </a:r>
          <a:endParaRPr lang="en-IN" sz="900" kern="1200"/>
        </a:p>
      </dsp:txBody>
      <dsp:txXfrm>
        <a:off x="3110240" y="2342722"/>
        <a:ext cx="831877" cy="554585"/>
      </dsp:txXfrm>
    </dsp:sp>
    <dsp:sp modelId="{B943AB9A-D42D-4D89-BC0E-27359976872F}">
      <dsp:nvSpPr>
        <dsp:cNvPr id="0" name=""/>
        <dsp:cNvSpPr/>
      </dsp:nvSpPr>
      <dsp:spPr>
        <a:xfrm>
          <a:off x="4025305" y="2342722"/>
          <a:ext cx="1386462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Support &amp; study habits</a:t>
          </a:r>
          <a:r>
            <a:rPr lang="en-US" sz="900" kern="1200"/>
            <a:t> improve both performance and predictability </a:t>
          </a:r>
          <a:endParaRPr lang="en-IN" sz="900" kern="1200"/>
        </a:p>
      </dsp:txBody>
      <dsp:txXfrm>
        <a:off x="4302598" y="2342722"/>
        <a:ext cx="831877" cy="554585"/>
      </dsp:txXfrm>
    </dsp:sp>
    <dsp:sp modelId="{0A18222C-6D3F-4159-8F5C-113EF125D436}">
      <dsp:nvSpPr>
        <dsp:cNvPr id="0" name=""/>
        <dsp:cNvSpPr/>
      </dsp:nvSpPr>
      <dsp:spPr>
        <a:xfrm>
          <a:off x="187308" y="3047647"/>
          <a:ext cx="1670437" cy="66817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Recommended Actions</a:t>
          </a:r>
          <a:endParaRPr lang="en-IN" sz="900" kern="1200"/>
        </a:p>
      </dsp:txBody>
      <dsp:txXfrm>
        <a:off x="521395" y="3047647"/>
        <a:ext cx="1002263" cy="668174"/>
      </dsp:txXfrm>
    </dsp:sp>
    <dsp:sp modelId="{A83DCB56-8146-47ED-968F-FFAC4DB214E5}">
      <dsp:nvSpPr>
        <dsp:cNvPr id="0" name=""/>
        <dsp:cNvSpPr/>
      </dsp:nvSpPr>
      <dsp:spPr>
        <a:xfrm>
          <a:off x="1640589" y="3104442"/>
          <a:ext cx="1386462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Targeted tutoring</a:t>
          </a:r>
          <a:r>
            <a:rPr lang="en-US" sz="900" kern="1200"/>
            <a:t> for students with past failures </a:t>
          </a:r>
          <a:endParaRPr lang="en-IN" sz="900" kern="1200"/>
        </a:p>
      </dsp:txBody>
      <dsp:txXfrm>
        <a:off x="1917882" y="3104442"/>
        <a:ext cx="831877" cy="554585"/>
      </dsp:txXfrm>
    </dsp:sp>
    <dsp:sp modelId="{9682BE7B-2246-4E64-8178-11BED23FE215}">
      <dsp:nvSpPr>
        <dsp:cNvPr id="0" name=""/>
        <dsp:cNvSpPr/>
      </dsp:nvSpPr>
      <dsp:spPr>
        <a:xfrm>
          <a:off x="2832947" y="3104442"/>
          <a:ext cx="1386462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Attendance monitoring &amp; counselling</a:t>
          </a:r>
          <a:r>
            <a:rPr lang="en-US" sz="900" kern="1200"/>
            <a:t> for high absences </a:t>
          </a:r>
          <a:endParaRPr lang="en-IN" sz="900" kern="1200"/>
        </a:p>
      </dsp:txBody>
      <dsp:txXfrm>
        <a:off x="3110240" y="3104442"/>
        <a:ext cx="831877" cy="554585"/>
      </dsp:txXfrm>
    </dsp:sp>
    <dsp:sp modelId="{5890029E-6ACE-4BDF-8044-F00AD3C8D53B}">
      <dsp:nvSpPr>
        <dsp:cNvPr id="0" name=""/>
        <dsp:cNvSpPr/>
      </dsp:nvSpPr>
      <dsp:spPr>
        <a:xfrm>
          <a:off x="4025305" y="3104442"/>
          <a:ext cx="1386462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Structured study plans</a:t>
          </a:r>
          <a:r>
            <a:rPr lang="en-US" sz="900" kern="1200"/>
            <a:t> for low study-time students </a:t>
          </a:r>
          <a:endParaRPr lang="en-IN" sz="900" kern="1200"/>
        </a:p>
      </dsp:txBody>
      <dsp:txXfrm>
        <a:off x="4302598" y="3104442"/>
        <a:ext cx="831877" cy="554585"/>
      </dsp:txXfrm>
    </dsp:sp>
    <dsp:sp modelId="{532B11E9-B13F-4A27-AD1B-73F26A840183}">
      <dsp:nvSpPr>
        <dsp:cNvPr id="0" name=""/>
        <dsp:cNvSpPr/>
      </dsp:nvSpPr>
      <dsp:spPr>
        <a:xfrm>
          <a:off x="5217663" y="3104442"/>
          <a:ext cx="1386462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Strengthen family &amp; school support systems</a:t>
          </a:r>
          <a:r>
            <a:rPr lang="en-US" sz="900" kern="1200"/>
            <a:t> </a:t>
          </a:r>
          <a:endParaRPr lang="en-IN" sz="900" kern="1200"/>
        </a:p>
      </dsp:txBody>
      <dsp:txXfrm>
        <a:off x="5494956" y="3104442"/>
        <a:ext cx="831877" cy="554585"/>
      </dsp:txXfrm>
    </dsp:sp>
    <dsp:sp modelId="{ED6BD10E-EA5E-4420-B97C-3C0232F26250}">
      <dsp:nvSpPr>
        <dsp:cNvPr id="0" name=""/>
        <dsp:cNvSpPr/>
      </dsp:nvSpPr>
      <dsp:spPr>
        <a:xfrm>
          <a:off x="6410021" y="3104442"/>
          <a:ext cx="1386462" cy="554585"/>
        </a:xfrm>
        <a:prstGeom prst="chevron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Provide digital access support</a:t>
          </a:r>
          <a:r>
            <a:rPr lang="en-US" sz="900" kern="1200"/>
            <a:t> for underserved students</a:t>
          </a:r>
          <a:endParaRPr lang="en-IN" sz="900" kern="1200"/>
        </a:p>
      </dsp:txBody>
      <dsp:txXfrm>
        <a:off x="6687314" y="3104442"/>
        <a:ext cx="831877" cy="55458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8210E9-CE73-45C2-A670-519036D8B6AD}">
      <dsp:nvSpPr>
        <dsp:cNvPr id="0" name=""/>
        <dsp:cNvSpPr/>
      </dsp:nvSpPr>
      <dsp:spPr>
        <a:xfrm>
          <a:off x="4051" y="1687"/>
          <a:ext cx="1552958" cy="3168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Objective</a:t>
          </a:r>
          <a:endParaRPr lang="en-IN" sz="1000" kern="1200"/>
        </a:p>
      </dsp:txBody>
      <dsp:txXfrm>
        <a:off x="4051" y="1687"/>
        <a:ext cx="1552958" cy="316800"/>
      </dsp:txXfrm>
    </dsp:sp>
    <dsp:sp modelId="{6CD9042F-FFA5-4140-BC70-8056712AF709}">
      <dsp:nvSpPr>
        <dsp:cNvPr id="0" name=""/>
        <dsp:cNvSpPr/>
      </dsp:nvSpPr>
      <dsp:spPr>
        <a:xfrm>
          <a:off x="4051" y="318487"/>
          <a:ext cx="1552958" cy="247218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Segment students based on </a:t>
          </a:r>
          <a:r>
            <a:rPr lang="en-IN" sz="1000" b="1" kern="1200"/>
            <a:t>behavioral &amp; academic patterns</a:t>
          </a:r>
          <a:br>
            <a:rPr lang="en-IN" sz="1000" kern="1200"/>
          </a:br>
          <a:r>
            <a:rPr lang="en-IN" sz="1000" kern="1200"/>
            <a:t>→ Enables </a:t>
          </a:r>
          <a:r>
            <a:rPr lang="en-IN" sz="1000" b="1" kern="1200"/>
            <a:t>targeted interventions</a:t>
          </a:r>
          <a:r>
            <a:rPr lang="en-IN" sz="1000" kern="1200"/>
            <a:t> beyond individual predictions </a:t>
          </a:r>
        </a:p>
      </dsp:txBody>
      <dsp:txXfrm>
        <a:off x="4051" y="318487"/>
        <a:ext cx="1552958" cy="2472186"/>
      </dsp:txXfrm>
    </dsp:sp>
    <dsp:sp modelId="{8749BE1C-6B1B-4421-A247-DB847B15FD27}">
      <dsp:nvSpPr>
        <dsp:cNvPr id="0" name=""/>
        <dsp:cNvSpPr/>
      </dsp:nvSpPr>
      <dsp:spPr>
        <a:xfrm>
          <a:off x="1774424" y="1687"/>
          <a:ext cx="1552958" cy="3168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Feature Selection</a:t>
          </a:r>
          <a:endParaRPr lang="en-IN" sz="1000" kern="1200"/>
        </a:p>
      </dsp:txBody>
      <dsp:txXfrm>
        <a:off x="1774424" y="1687"/>
        <a:ext cx="1552958" cy="316800"/>
      </dsp:txXfrm>
    </dsp:sp>
    <dsp:sp modelId="{D8439A84-B55B-4881-B8DC-0CA7EAE181A3}">
      <dsp:nvSpPr>
        <dsp:cNvPr id="0" name=""/>
        <dsp:cNvSpPr/>
      </dsp:nvSpPr>
      <dsp:spPr>
        <a:xfrm>
          <a:off x="1774424" y="318487"/>
          <a:ext cx="1552958" cy="247218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Excluded: </a:t>
          </a:r>
          <a:r>
            <a:rPr lang="en-IN" sz="1000" b="1" kern="1200"/>
            <a:t>G1, G2, G3</a:t>
          </a:r>
          <a:r>
            <a:rPr lang="en-IN" sz="1000" kern="1200"/>
            <a:t> (to avoid leakage)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Used: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Academic: study time, failures, absences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Derived: support score, study load, attendance risk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Lifestyle &amp; demographics </a:t>
          </a:r>
        </a:p>
      </dsp:txBody>
      <dsp:txXfrm>
        <a:off x="1774424" y="318487"/>
        <a:ext cx="1552958" cy="2472186"/>
      </dsp:txXfrm>
    </dsp:sp>
    <dsp:sp modelId="{FE68837A-E9AD-4CC5-896B-5106D66AF651}">
      <dsp:nvSpPr>
        <dsp:cNvPr id="0" name=""/>
        <dsp:cNvSpPr/>
      </dsp:nvSpPr>
      <dsp:spPr>
        <a:xfrm>
          <a:off x="3544797" y="1687"/>
          <a:ext cx="1552958" cy="3168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Clustering Approach</a:t>
          </a:r>
          <a:endParaRPr lang="en-IN" sz="1000" kern="1200" dirty="0"/>
        </a:p>
      </dsp:txBody>
      <dsp:txXfrm>
        <a:off x="3544797" y="1687"/>
        <a:ext cx="1552958" cy="316800"/>
      </dsp:txXfrm>
    </dsp:sp>
    <dsp:sp modelId="{525ABB80-B600-479D-9D5B-3A268A79E640}">
      <dsp:nvSpPr>
        <dsp:cNvPr id="0" name=""/>
        <dsp:cNvSpPr/>
      </dsp:nvSpPr>
      <dsp:spPr>
        <a:xfrm>
          <a:off x="3544797" y="318487"/>
          <a:ext cx="1552958" cy="247218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StandardScaler</a:t>
          </a:r>
          <a:r>
            <a:rPr lang="en-IN" sz="1000" kern="1200"/>
            <a:t> for normalization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K-Means Clustering</a:t>
          </a:r>
          <a:r>
            <a:rPr lang="en-IN" sz="1000" kern="1200"/>
            <a:t>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Optimal clusters: </a:t>
          </a:r>
          <a:r>
            <a:rPr lang="en-IN" sz="1000" b="1" kern="1200"/>
            <a:t>K = 4 (Elbow Method)</a:t>
          </a:r>
          <a:r>
            <a:rPr lang="en-IN" sz="1000" kern="1200"/>
            <a:t>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Validation:</a:t>
          </a:r>
          <a:r>
            <a:rPr lang="en-IN" sz="1000" kern="1200"/>
            <a:t> Hierarchical clustering confirmed stability </a:t>
          </a:r>
        </a:p>
      </dsp:txBody>
      <dsp:txXfrm>
        <a:off x="3544797" y="318487"/>
        <a:ext cx="1552958" cy="2472186"/>
      </dsp:txXfrm>
    </dsp:sp>
    <dsp:sp modelId="{5CEF18F8-5595-4E6A-A081-7193F66D971A}">
      <dsp:nvSpPr>
        <dsp:cNvPr id="0" name=""/>
        <dsp:cNvSpPr/>
      </dsp:nvSpPr>
      <dsp:spPr>
        <a:xfrm>
          <a:off x="5315170" y="1687"/>
          <a:ext cx="1552958" cy="3168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Cluster Segments</a:t>
          </a:r>
          <a:endParaRPr lang="en-IN" sz="1000" kern="1200"/>
        </a:p>
      </dsp:txBody>
      <dsp:txXfrm>
        <a:off x="5315170" y="1687"/>
        <a:ext cx="1552958" cy="316800"/>
      </dsp:txXfrm>
    </dsp:sp>
    <dsp:sp modelId="{2FF39887-84EF-450D-8B63-BAB1D579DD79}">
      <dsp:nvSpPr>
        <dsp:cNvPr id="0" name=""/>
        <dsp:cNvSpPr/>
      </dsp:nvSpPr>
      <dsp:spPr>
        <a:xfrm>
          <a:off x="5315170" y="318487"/>
          <a:ext cx="1552958" cy="247218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C0 &amp; C2 – Moderate Performers (Majority)</a:t>
          </a:r>
          <a:r>
            <a:rPr lang="en-IN" sz="1000" kern="1200"/>
            <a:t>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Stable behavior, average performance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→ Regular support &amp; monitoring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C1 – At-Risk Students</a:t>
          </a:r>
          <a:r>
            <a:rPr lang="en-IN" sz="1000" kern="1200"/>
            <a:t>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 dirty="0"/>
            <a:t>High failures, low study time, lowest grades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 dirty="0"/>
            <a:t>→ </a:t>
          </a:r>
          <a:r>
            <a:rPr lang="en-IN" sz="1000" b="1" kern="1200" dirty="0"/>
            <a:t>Targeted tutoring &amp; mentoring</a:t>
          </a:r>
          <a:r>
            <a:rPr lang="en-IN" sz="1000" kern="1200" dirty="0"/>
            <a:t>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C3 – Low Attendance Group</a:t>
          </a:r>
          <a:r>
            <a:rPr lang="en-IN" sz="1000" kern="1200"/>
            <a:t>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High absences, irregular engagement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→ </a:t>
          </a:r>
          <a:r>
            <a:rPr lang="en-IN" sz="1000" b="1" kern="1200"/>
            <a:t>Attendance tracking &amp; counseling</a:t>
          </a:r>
          <a:r>
            <a:rPr lang="en-IN" sz="1000" kern="1200"/>
            <a:t> </a:t>
          </a:r>
        </a:p>
      </dsp:txBody>
      <dsp:txXfrm>
        <a:off x="5315170" y="318487"/>
        <a:ext cx="1552958" cy="2472186"/>
      </dsp:txXfrm>
    </dsp:sp>
    <dsp:sp modelId="{DEDAE4CA-1EAB-45D6-942E-CDEEE70A7EA6}">
      <dsp:nvSpPr>
        <dsp:cNvPr id="0" name=""/>
        <dsp:cNvSpPr/>
      </dsp:nvSpPr>
      <dsp:spPr>
        <a:xfrm>
          <a:off x="7085543" y="1687"/>
          <a:ext cx="1552958" cy="3168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Key Insights</a:t>
          </a:r>
          <a:endParaRPr lang="en-IN" sz="1000" kern="1200"/>
        </a:p>
      </dsp:txBody>
      <dsp:txXfrm>
        <a:off x="7085543" y="1687"/>
        <a:ext cx="1552958" cy="316800"/>
      </dsp:txXfrm>
    </dsp:sp>
    <dsp:sp modelId="{15B7B8A8-DCB0-4E71-B56A-D04D9A92EE68}">
      <dsp:nvSpPr>
        <dsp:cNvPr id="0" name=""/>
        <dsp:cNvSpPr/>
      </dsp:nvSpPr>
      <dsp:spPr>
        <a:xfrm>
          <a:off x="7085543" y="318487"/>
          <a:ext cx="1552958" cy="247218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Performance driven by </a:t>
          </a:r>
          <a:r>
            <a:rPr lang="en-IN" sz="1000" b="1" kern="1200"/>
            <a:t>behavioral patterns</a:t>
          </a:r>
          <a:r>
            <a:rPr lang="en-IN" sz="1000" kern="1200"/>
            <a:t>, not single factors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Small at-risk group drives poor outcomes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Attendance &amp; study habits</a:t>
          </a:r>
          <a:r>
            <a:rPr lang="en-IN" sz="1000" kern="1200"/>
            <a:t> are key differentiators</a:t>
          </a:r>
        </a:p>
      </dsp:txBody>
      <dsp:txXfrm>
        <a:off x="7085543" y="318487"/>
        <a:ext cx="1552958" cy="247218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0E4EF8-7271-4440-B27C-EEDE8F52CE44}">
      <dsp:nvSpPr>
        <dsp:cNvPr id="0" name=""/>
        <dsp:cNvSpPr/>
      </dsp:nvSpPr>
      <dsp:spPr>
        <a:xfrm rot="5400000">
          <a:off x="4382377" y="-1457497"/>
          <a:ext cx="1329495" cy="475023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Targeted Tutoring (At-Risk Students – C1):</a:t>
          </a:r>
          <a:br>
            <a:rPr lang="en-IN" sz="1000" kern="1200"/>
          </a:br>
          <a:r>
            <a:rPr lang="en-IN" sz="1000" kern="1200"/>
            <a:t>Remedial classes &amp; personalized support plans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Attendance Monitoring (C3):</a:t>
          </a:r>
          <a:br>
            <a:rPr lang="en-IN" sz="1000" kern="1200"/>
          </a:br>
          <a:r>
            <a:rPr lang="en-IN" sz="1000" kern="1200"/>
            <a:t>Tracking systems &amp; counseling for frequent absentees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 dirty="0"/>
            <a:t>Structured Study Programs:</a:t>
          </a:r>
          <a:br>
            <a:rPr lang="en-IN" sz="1000" kern="1200" dirty="0"/>
          </a:br>
          <a:r>
            <a:rPr lang="en-IN" sz="1000" kern="1200" dirty="0"/>
            <a:t>Guided schedules &amp; time management support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 dirty="0"/>
            <a:t>Strengthen Support Systems:</a:t>
          </a:r>
          <a:br>
            <a:rPr lang="en-IN" sz="1000" kern="1200" dirty="0"/>
          </a:br>
          <a:r>
            <a:rPr lang="en-IN" sz="1000" kern="1200" dirty="0"/>
            <a:t>Increase parental involvement &amp; school support initiatives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Digital Access Support:</a:t>
          </a:r>
          <a:br>
            <a:rPr lang="en-IN" sz="1000" kern="1200"/>
          </a:br>
          <a:r>
            <a:rPr lang="en-IN" sz="1000" kern="1200"/>
            <a:t>Provide internet &amp; learning resources for underserved students </a:t>
          </a:r>
        </a:p>
      </dsp:txBody>
      <dsp:txXfrm rot="-5400000">
        <a:off x="2672008" y="317773"/>
        <a:ext cx="4685334" cy="1199693"/>
      </dsp:txXfrm>
    </dsp:sp>
    <dsp:sp modelId="{3E395E84-266A-46DD-A9D8-774C4C4BDA4C}">
      <dsp:nvSpPr>
        <dsp:cNvPr id="0" name=""/>
        <dsp:cNvSpPr/>
      </dsp:nvSpPr>
      <dsp:spPr>
        <a:xfrm>
          <a:off x="0" y="1050"/>
          <a:ext cx="2672007" cy="183313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Key Recommendations</a:t>
          </a:r>
          <a:endParaRPr lang="en-IN" sz="1000" kern="1200"/>
        </a:p>
      </dsp:txBody>
      <dsp:txXfrm>
        <a:off x="89486" y="90536"/>
        <a:ext cx="2493035" cy="1654166"/>
      </dsp:txXfrm>
    </dsp:sp>
    <dsp:sp modelId="{6DF59414-53FB-4A7A-83CF-5AB8D84F4D60}">
      <dsp:nvSpPr>
        <dsp:cNvPr id="0" name=""/>
        <dsp:cNvSpPr/>
      </dsp:nvSpPr>
      <dsp:spPr>
        <a:xfrm rot="5400000">
          <a:off x="4668326" y="-15617"/>
          <a:ext cx="767465" cy="475487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Moderate Accuracy:</a:t>
          </a:r>
          <a:r>
            <a:rPr lang="en-IN" sz="1000" kern="1200"/>
            <a:t> R² ~0.43 (partial variance explained)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Self-Reported Data Bias:</a:t>
          </a:r>
          <a:r>
            <a:rPr lang="en-IN" sz="1000" kern="1200"/>
            <a:t> Possible inaccuracies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Limited Features:</a:t>
          </a:r>
          <a:r>
            <a:rPr lang="en-IN" sz="1000" kern="1200"/>
            <a:t> Missing socio-economic, psychological, teacher factors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 dirty="0"/>
            <a:t>Generalizability:</a:t>
          </a:r>
          <a:r>
            <a:rPr lang="en-IN" sz="1000" kern="1200" dirty="0"/>
            <a:t> Data from only 2 schools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Initial Overfitting:</a:t>
          </a:r>
          <a:r>
            <a:rPr lang="en-IN" sz="1000" kern="1200"/>
            <a:t> Required tuning for stability </a:t>
          </a:r>
        </a:p>
      </dsp:txBody>
      <dsp:txXfrm rot="-5400000">
        <a:off x="2674620" y="2015555"/>
        <a:ext cx="4717414" cy="692535"/>
      </dsp:txXfrm>
    </dsp:sp>
    <dsp:sp modelId="{8A69B452-CEF1-4B52-A7D3-1C7638880811}">
      <dsp:nvSpPr>
        <dsp:cNvPr id="0" name=""/>
        <dsp:cNvSpPr/>
      </dsp:nvSpPr>
      <dsp:spPr>
        <a:xfrm>
          <a:off x="0" y="1882156"/>
          <a:ext cx="2674619" cy="9593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Limitations</a:t>
          </a:r>
          <a:endParaRPr lang="en-IN" sz="1000" kern="1200"/>
        </a:p>
      </dsp:txBody>
      <dsp:txXfrm>
        <a:off x="46831" y="1928987"/>
        <a:ext cx="2580957" cy="865669"/>
      </dsp:txXfrm>
    </dsp:sp>
    <dsp:sp modelId="{A7783465-DBE5-4DE1-9B9A-18A4B225A93A}">
      <dsp:nvSpPr>
        <dsp:cNvPr id="0" name=""/>
        <dsp:cNvSpPr/>
      </dsp:nvSpPr>
      <dsp:spPr>
        <a:xfrm rot="5400000">
          <a:off x="4668326" y="991680"/>
          <a:ext cx="767465" cy="475487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Feature Enrichment:</a:t>
          </a:r>
          <a:r>
            <a:rPr lang="en-IN" sz="1000" kern="1200"/>
            <a:t> Add motivation, teacher feedback, socio-economic data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Advanced Models:</a:t>
          </a:r>
          <a:r>
            <a:rPr lang="en-IN" sz="1000" kern="1200"/>
            <a:t> Explore ensembles, deep learning, time-series analysis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Model Monitoring:</a:t>
          </a:r>
          <a:r>
            <a:rPr lang="en-IN" sz="1000" kern="1200"/>
            <a:t> Track drift &amp; retrain periodically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Deployment:</a:t>
          </a:r>
          <a:r>
            <a:rPr lang="en-IN" sz="1000" kern="1200"/>
            <a:t> Integrate into school decision systems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b="1" kern="1200"/>
            <a:t>Fairness Checks:</a:t>
          </a:r>
          <a:r>
            <a:rPr lang="en-IN" sz="1000" kern="1200"/>
            <a:t> Evaluate across gender &amp; socio-economic groups </a:t>
          </a:r>
        </a:p>
      </dsp:txBody>
      <dsp:txXfrm rot="-5400000">
        <a:off x="2674620" y="3022852"/>
        <a:ext cx="4717414" cy="692535"/>
      </dsp:txXfrm>
    </dsp:sp>
    <dsp:sp modelId="{DF57B1A2-7F37-43FD-AB7F-FB34B555220C}">
      <dsp:nvSpPr>
        <dsp:cNvPr id="0" name=""/>
        <dsp:cNvSpPr/>
      </dsp:nvSpPr>
      <dsp:spPr>
        <a:xfrm>
          <a:off x="0" y="2889454"/>
          <a:ext cx="2674619" cy="9593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Next Steps</a:t>
          </a:r>
          <a:endParaRPr lang="en-IN" sz="1000" kern="1200"/>
        </a:p>
      </dsp:txBody>
      <dsp:txXfrm>
        <a:off x="46831" y="2936285"/>
        <a:ext cx="2580957" cy="865669"/>
      </dsp:txXfrm>
    </dsp:sp>
    <dsp:sp modelId="{6612C0ED-1017-4C75-A676-D0B3949F7DE7}">
      <dsp:nvSpPr>
        <dsp:cNvPr id="0" name=""/>
        <dsp:cNvSpPr/>
      </dsp:nvSpPr>
      <dsp:spPr>
        <a:xfrm rot="5400000">
          <a:off x="4668326" y="1998978"/>
          <a:ext cx="767465" cy="4754879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ML enables </a:t>
          </a:r>
          <a:r>
            <a:rPr lang="en-IN" sz="1000" b="1" kern="1200"/>
            <a:t>early prediction of student performance</a:t>
          </a:r>
          <a:r>
            <a:rPr lang="en-IN" sz="1000" kern="1200"/>
            <a:t>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Combination of </a:t>
          </a:r>
          <a:r>
            <a:rPr lang="en-IN" sz="1000" b="1" kern="1200"/>
            <a:t>XGBoost + clustering</a:t>
          </a:r>
          <a:r>
            <a:rPr lang="en-IN" sz="1000" kern="1200"/>
            <a:t> delivers </a:t>
          </a:r>
          <a:r>
            <a:rPr lang="en-IN" sz="1000" b="1" kern="1200"/>
            <a:t>actionable insights</a:t>
          </a:r>
          <a:r>
            <a:rPr lang="en-IN" sz="1000" kern="1200"/>
            <a:t>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000" kern="1200"/>
            <a:t>Supports </a:t>
          </a:r>
          <a:r>
            <a:rPr lang="en-IN" sz="1000" b="1" kern="1200"/>
            <a:t>data-driven interventions</a:t>
          </a:r>
          <a:r>
            <a:rPr lang="en-IN" sz="1000" kern="1200"/>
            <a:t> to improve student outcomes</a:t>
          </a:r>
        </a:p>
      </dsp:txBody>
      <dsp:txXfrm rot="-5400000">
        <a:off x="2674620" y="4030150"/>
        <a:ext cx="4717414" cy="692535"/>
      </dsp:txXfrm>
    </dsp:sp>
    <dsp:sp modelId="{A57EC3C8-11CA-426F-95A4-81E347238251}">
      <dsp:nvSpPr>
        <dsp:cNvPr id="0" name=""/>
        <dsp:cNvSpPr/>
      </dsp:nvSpPr>
      <dsp:spPr>
        <a:xfrm>
          <a:off x="0" y="3896752"/>
          <a:ext cx="2674619" cy="9593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Final Conclusion</a:t>
          </a:r>
          <a:endParaRPr lang="en-IN" sz="1000" kern="1200"/>
        </a:p>
      </dsp:txBody>
      <dsp:txXfrm>
        <a:off x="46831" y="3943583"/>
        <a:ext cx="2580957" cy="86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12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4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13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33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5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13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28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2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66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05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8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1982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8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04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05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598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44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415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3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8.xml"/><Relationship Id="rId10" Type="http://schemas.openxmlformats.org/officeDocument/2006/relationships/image" Target="../media/image6.png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9.xml"/><Relationship Id="rId7" Type="http://schemas.openxmlformats.org/officeDocument/2006/relationships/image" Target="../media/image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10" Type="http://schemas.openxmlformats.org/officeDocument/2006/relationships/image" Target="../media/image10.png"/><Relationship Id="rId4" Type="http://schemas.openxmlformats.org/officeDocument/2006/relationships/diagramQuickStyle" Target="../diagrams/quickStyle9.xml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1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AB17-0C02-75D7-C24F-437AC04F9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51" y="970218"/>
            <a:ext cx="7772400" cy="1695784"/>
          </a:xfrm>
        </p:spPr>
        <p:txBody>
          <a:bodyPr>
            <a:normAutofit/>
          </a:bodyPr>
          <a:lstStyle/>
          <a:p>
            <a:r>
              <a:rPr lang="en-IN" sz="3300" b="1" dirty="0"/>
              <a:t>Predicting Student Final Grade (G3) using </a:t>
            </a:r>
            <a:r>
              <a:rPr lang="en-IN" sz="3300" b="1" dirty="0" err="1"/>
              <a:t>XGBoost</a:t>
            </a:r>
            <a:r>
              <a:rPr lang="en-IN" sz="3300" b="1" dirty="0"/>
              <a:t> &amp; Segmentation</a:t>
            </a:r>
            <a:br>
              <a:rPr lang="en-IN" b="1" dirty="0"/>
            </a:br>
            <a:r>
              <a:rPr lang="en-IN" sz="2800" b="1" dirty="0"/>
              <a:t>Capstone Project – Group 3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DB382-FF18-CE65-F427-DB9EDA490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4519" y="2774156"/>
            <a:ext cx="6593681" cy="2928553"/>
          </a:xfrm>
        </p:spPr>
        <p:txBody>
          <a:bodyPr>
            <a:noAutofit/>
          </a:bodyPr>
          <a:lstStyle/>
          <a:p>
            <a:r>
              <a:rPr lang="en-IN" sz="1500" b="1" dirty="0"/>
              <a:t>Team Members: </a:t>
            </a:r>
            <a:endParaRPr lang="en-IN" sz="1500" dirty="0"/>
          </a:p>
          <a:p>
            <a:r>
              <a:rPr lang="en-IN" sz="1500" dirty="0"/>
              <a:t>Numika Shetty, Chandan Chauhan, Raja Kumar, Vilakshan Kumar </a:t>
            </a:r>
          </a:p>
          <a:p>
            <a:r>
              <a:rPr lang="en-IN" sz="1500" b="1" dirty="0"/>
              <a:t>Program:</a:t>
            </a:r>
            <a:r>
              <a:rPr lang="en-IN" sz="1500" dirty="0"/>
              <a:t> Accelerator Program in Business Analytics and Data Science</a:t>
            </a:r>
            <a:br>
              <a:rPr lang="en-IN" sz="1500" dirty="0"/>
            </a:br>
            <a:r>
              <a:rPr lang="en-IN" sz="1500" b="1" dirty="0"/>
              <a:t>Batch:</a:t>
            </a:r>
            <a:r>
              <a:rPr lang="en-IN" sz="1500" dirty="0"/>
              <a:t> 20</a:t>
            </a:r>
          </a:p>
          <a:p>
            <a:r>
              <a:rPr lang="en-IN" sz="1500" b="1" dirty="0"/>
              <a:t>Dataset:</a:t>
            </a:r>
            <a:r>
              <a:rPr lang="en-IN" sz="1500" dirty="0"/>
              <a:t> UCI Student Performance Dataset</a:t>
            </a:r>
            <a:br>
              <a:rPr lang="en-IN" sz="1500" dirty="0"/>
            </a:br>
            <a:r>
              <a:rPr lang="en-IN" sz="1500" b="1" dirty="0"/>
              <a:t>Target Variable:</a:t>
            </a:r>
            <a:r>
              <a:rPr lang="en-IN" sz="1500" dirty="0"/>
              <a:t> G3 (Final Grade: 0–20)</a:t>
            </a:r>
          </a:p>
          <a:p>
            <a:r>
              <a:rPr lang="en-IN" sz="1500" b="1" dirty="0"/>
              <a:t>Modelling Constraint:  </a:t>
            </a:r>
            <a:r>
              <a:rPr lang="en-IN" sz="1500" dirty="0"/>
              <a:t>G1 &amp; G2 excluded to prevent data leakage</a:t>
            </a:r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125566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Problem Definition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0886CC-4CAF-35CE-0EB5-9F0E7216E5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155028"/>
              </p:ext>
            </p:extLst>
          </p:nvPr>
        </p:nvGraphicFramePr>
        <p:xfrm>
          <a:off x="856060" y="2249487"/>
          <a:ext cx="7429499" cy="4180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Dataset Overview &amp; Quality Checks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CC8462-7B4C-9E84-F891-FFA16945E7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411153"/>
              </p:ext>
            </p:extLst>
          </p:nvPr>
        </p:nvGraphicFramePr>
        <p:xfrm>
          <a:off x="856060" y="2015613"/>
          <a:ext cx="7429499" cy="3775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Preprocessing &amp; Feature Engineering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3F8399-1E24-F1B2-4FE7-267DD0625A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9511181"/>
              </p:ext>
            </p:extLst>
          </p:nvPr>
        </p:nvGraphicFramePr>
        <p:xfrm>
          <a:off x="856060" y="2249486"/>
          <a:ext cx="7963475" cy="3787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Split Strategy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9E49175-2ACD-6844-16C8-5ED9837538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0822624"/>
              </p:ext>
            </p:extLst>
          </p:nvPr>
        </p:nvGraphicFramePr>
        <p:xfrm>
          <a:off x="856060" y="1954518"/>
          <a:ext cx="4561513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33E6912-A42F-7BB1-A1AF-7E53A868F1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1939210"/>
              </p:ext>
            </p:extLst>
          </p:nvPr>
        </p:nvGraphicFramePr>
        <p:xfrm>
          <a:off x="4965290" y="1738209"/>
          <a:ext cx="3282822" cy="4235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271576"/>
            <a:ext cx="7429499" cy="1478570"/>
          </a:xfrm>
        </p:spPr>
        <p:txBody>
          <a:bodyPr>
            <a:normAutofit/>
          </a:bodyPr>
          <a:lstStyle/>
          <a:p>
            <a:r>
              <a:rPr dirty="0"/>
              <a:t>Model Development (</a:t>
            </a:r>
            <a:r>
              <a:rPr dirty="0" err="1"/>
              <a:t>XGBoost</a:t>
            </a:r>
            <a:r>
              <a:rPr dirty="0"/>
              <a:t> Pipeline)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AA7B919D-BA83-4051-8666-86643B761F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3614149"/>
              </p:ext>
            </p:extLst>
          </p:nvPr>
        </p:nvGraphicFramePr>
        <p:xfrm>
          <a:off x="353961" y="1745363"/>
          <a:ext cx="8652387" cy="3490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2A1DE27-844E-531D-4E70-2DFFAF7A0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2530"/>
              </p:ext>
            </p:extLst>
          </p:nvPr>
        </p:nvGraphicFramePr>
        <p:xfrm>
          <a:off x="1473646" y="5235815"/>
          <a:ext cx="6194325" cy="1280160"/>
        </p:xfrm>
        <a:graphic>
          <a:graphicData uri="http://schemas.openxmlformats.org/drawingml/2006/table">
            <a:tbl>
              <a:tblPr/>
              <a:tblGrid>
                <a:gridCol w="2064775">
                  <a:extLst>
                    <a:ext uri="{9D8B030D-6E8A-4147-A177-3AD203B41FA5}">
                      <a16:colId xmlns:a16="http://schemas.microsoft.com/office/drawing/2014/main" val="3992605795"/>
                    </a:ext>
                  </a:extLst>
                </a:gridCol>
                <a:gridCol w="2064775">
                  <a:extLst>
                    <a:ext uri="{9D8B030D-6E8A-4147-A177-3AD203B41FA5}">
                      <a16:colId xmlns:a16="http://schemas.microsoft.com/office/drawing/2014/main" val="144627254"/>
                    </a:ext>
                  </a:extLst>
                </a:gridCol>
                <a:gridCol w="2064775">
                  <a:extLst>
                    <a:ext uri="{9D8B030D-6E8A-4147-A177-3AD203B41FA5}">
                      <a16:colId xmlns:a16="http://schemas.microsoft.com/office/drawing/2014/main" val="1559474766"/>
                    </a:ext>
                  </a:extLst>
                </a:gridCol>
              </a:tblGrid>
              <a:tr h="29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Train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966173"/>
                  </a:ext>
                </a:extLst>
              </a:tr>
              <a:tr h="29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1.67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3.14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467911"/>
                  </a:ext>
                </a:extLst>
              </a:tr>
              <a:tr h="29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1.20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2.42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594549"/>
                  </a:ext>
                </a:extLst>
              </a:tr>
              <a:tr h="293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0.82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0.32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49614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7843003-6F36-BE44-253A-2CAFB9E22A4C}"/>
              </a:ext>
            </a:extLst>
          </p:cNvPr>
          <p:cNvSpPr txBox="1"/>
          <p:nvPr/>
        </p:nvSpPr>
        <p:spPr>
          <a:xfrm>
            <a:off x="5176684" y="359664"/>
            <a:ext cx="4670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1E66F8E-C29A-015A-27F1-278FD9A328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511201"/>
              </p:ext>
            </p:extLst>
          </p:nvPr>
        </p:nvGraphicFramePr>
        <p:xfrm>
          <a:off x="432620" y="1818968"/>
          <a:ext cx="7429499" cy="4522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D67CB7-274F-9349-32F8-BB2E5422C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18808"/>
              </p:ext>
            </p:extLst>
          </p:nvPr>
        </p:nvGraphicFramePr>
        <p:xfrm>
          <a:off x="4857135" y="5232723"/>
          <a:ext cx="3755924" cy="822960"/>
        </p:xfrm>
        <a:graphic>
          <a:graphicData uri="http://schemas.openxmlformats.org/drawingml/2006/table">
            <a:tbl>
              <a:tblPr/>
              <a:tblGrid>
                <a:gridCol w="1877962">
                  <a:extLst>
                    <a:ext uri="{9D8B030D-6E8A-4147-A177-3AD203B41FA5}">
                      <a16:colId xmlns:a16="http://schemas.microsoft.com/office/drawing/2014/main" val="2637545915"/>
                    </a:ext>
                  </a:extLst>
                </a:gridCol>
                <a:gridCol w="1877962">
                  <a:extLst>
                    <a:ext uri="{9D8B030D-6E8A-4147-A177-3AD203B41FA5}">
                      <a16:colId xmlns:a16="http://schemas.microsoft.com/office/drawing/2014/main" val="3247001893"/>
                    </a:ext>
                  </a:extLst>
                </a:gridCol>
              </a:tblGrid>
              <a:tr h="258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Validation 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635137"/>
                  </a:ext>
                </a:extLst>
              </a:tr>
              <a:tr h="258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3.137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34267"/>
                  </a:ext>
                </a:extLst>
              </a:tr>
              <a:tr h="258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Tuned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2.952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3574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319819"/>
            <a:ext cx="7206392" cy="997704"/>
          </a:xfrm>
        </p:spPr>
        <p:txBody>
          <a:bodyPr/>
          <a:lstStyle/>
          <a:p>
            <a:r>
              <a:rPr dirty="0"/>
              <a:t>Final Model Evaluation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3A2F29F-629E-B9F0-C079-15D7E9E6F7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8686102"/>
              </p:ext>
            </p:extLst>
          </p:nvPr>
        </p:nvGraphicFramePr>
        <p:xfrm>
          <a:off x="430162" y="1189704"/>
          <a:ext cx="5439696" cy="3362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D9CC7C-7735-1807-DBF5-E58BAB52E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747585"/>
              </p:ext>
            </p:extLst>
          </p:nvPr>
        </p:nvGraphicFramePr>
        <p:xfrm>
          <a:off x="7083046" y="4678477"/>
          <a:ext cx="1444408" cy="1318496"/>
        </p:xfrm>
        <a:graphic>
          <a:graphicData uri="http://schemas.openxmlformats.org/drawingml/2006/table">
            <a:tbl>
              <a:tblPr/>
              <a:tblGrid>
                <a:gridCol w="722204">
                  <a:extLst>
                    <a:ext uri="{9D8B030D-6E8A-4147-A177-3AD203B41FA5}">
                      <a16:colId xmlns:a16="http://schemas.microsoft.com/office/drawing/2014/main" val="3489866919"/>
                    </a:ext>
                  </a:extLst>
                </a:gridCol>
                <a:gridCol w="722204">
                  <a:extLst>
                    <a:ext uri="{9D8B030D-6E8A-4147-A177-3AD203B41FA5}">
                      <a16:colId xmlns:a16="http://schemas.microsoft.com/office/drawing/2014/main" val="1881402305"/>
                    </a:ext>
                  </a:extLst>
                </a:gridCol>
              </a:tblGrid>
              <a:tr h="329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934802"/>
                  </a:ext>
                </a:extLst>
              </a:tr>
              <a:tr h="329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2.144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967517"/>
                  </a:ext>
                </a:extLst>
              </a:tr>
              <a:tr h="329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2.776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635260"/>
                  </a:ext>
                </a:extLst>
              </a:tr>
              <a:tr h="329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0.437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775334"/>
                  </a:ext>
                </a:extLst>
              </a:tr>
            </a:tbl>
          </a:graphicData>
        </a:graphic>
      </p:graphicFrame>
      <p:pic>
        <p:nvPicPr>
          <p:cNvPr id="8" name="Picture 7" descr="A graph with blue dots and a dotted line&#10;&#10;AI-generated content may be incorrect.">
            <a:extLst>
              <a:ext uri="{FF2B5EF4-FFF2-40B4-BE49-F238E27FC236}">
                <a16:creationId xmlns:a16="http://schemas.microsoft.com/office/drawing/2014/main" id="{FFCA25B1-3CDF-FF1F-C906-F89C6DADA8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3642" y="1171855"/>
            <a:ext cx="2088557" cy="1667899"/>
          </a:xfrm>
          <a:prstGeom prst="rect">
            <a:avLst/>
          </a:prstGeom>
        </p:spPr>
      </p:pic>
      <p:pic>
        <p:nvPicPr>
          <p:cNvPr id="9" name="Picture 8" descr="A graph with blue lines&#10;&#10;AI-generated content may be incorrect.">
            <a:extLst>
              <a:ext uri="{FF2B5EF4-FFF2-40B4-BE49-F238E27FC236}">
                <a16:creationId xmlns:a16="http://schemas.microsoft.com/office/drawing/2014/main" id="{B34ACB87-6BFF-2743-1A0D-FC3B13CA90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162" y="4678477"/>
            <a:ext cx="2109747" cy="1859704"/>
          </a:xfrm>
          <a:prstGeom prst="rect">
            <a:avLst/>
          </a:prstGeom>
        </p:spPr>
      </p:pic>
      <p:pic>
        <p:nvPicPr>
          <p:cNvPr id="10" name="Picture 9" descr="A graph with blue dots and lines&#10;&#10;AI-generated content may be incorrect.">
            <a:extLst>
              <a:ext uri="{FF2B5EF4-FFF2-40B4-BE49-F238E27FC236}">
                <a16:creationId xmlns:a16="http://schemas.microsoft.com/office/drawing/2014/main" id="{DBA1CF9C-42F4-4700-7696-D581AA0DAD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1929" y="4678477"/>
            <a:ext cx="2157542" cy="1859705"/>
          </a:xfrm>
          <a:prstGeom prst="rect">
            <a:avLst/>
          </a:prstGeom>
        </p:spPr>
      </p:pic>
      <p:pic>
        <p:nvPicPr>
          <p:cNvPr id="11" name="Picture 10" descr="A graph of blue bars">
            <a:extLst>
              <a:ext uri="{FF2B5EF4-FFF2-40B4-BE49-F238E27FC236}">
                <a16:creationId xmlns:a16="http://schemas.microsoft.com/office/drawing/2014/main" id="{15F9AFAB-61AE-9961-AB34-35DF29DE5A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8405" y="4678477"/>
            <a:ext cx="2202905" cy="1859704"/>
          </a:xfrm>
          <a:prstGeom prst="rect">
            <a:avLst/>
          </a:prstGeom>
        </p:spPr>
      </p:pic>
      <p:pic>
        <p:nvPicPr>
          <p:cNvPr id="13" name="Picture 12" descr="A graph of blue bars&#10;&#10;AI-generated content may be incorrect.">
            <a:extLst>
              <a:ext uri="{FF2B5EF4-FFF2-40B4-BE49-F238E27FC236}">
                <a16:creationId xmlns:a16="http://schemas.microsoft.com/office/drawing/2014/main" id="{6BF344B6-F755-06D6-2A8B-BDD1C482AD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3642" y="2902825"/>
            <a:ext cx="2088557" cy="16628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397" y="160512"/>
            <a:ext cx="7429499" cy="698091"/>
          </a:xfrm>
        </p:spPr>
        <p:txBody>
          <a:bodyPr/>
          <a:lstStyle/>
          <a:p>
            <a:r>
              <a:rPr dirty="0"/>
              <a:t>Error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A10B99-BE39-6CFA-5DEC-CE7EC19FF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884444"/>
              </p:ext>
            </p:extLst>
          </p:nvPr>
        </p:nvGraphicFramePr>
        <p:xfrm>
          <a:off x="580103" y="858604"/>
          <a:ext cx="7983793" cy="3716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graph with blue lines&#10;&#10;AI-generated content may be incorrect.">
            <a:extLst>
              <a:ext uri="{FF2B5EF4-FFF2-40B4-BE49-F238E27FC236}">
                <a16:creationId xmlns:a16="http://schemas.microsoft.com/office/drawing/2014/main" id="{967BD98E-28E8-8361-E9D9-33169E8F0F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085" y="4858784"/>
            <a:ext cx="1996533" cy="1612155"/>
          </a:xfrm>
          <a:prstGeom prst="rect">
            <a:avLst/>
          </a:prstGeom>
        </p:spPr>
      </p:pic>
      <p:pic>
        <p:nvPicPr>
          <p:cNvPr id="6" name="Picture 5" descr="A graph of blue bars&#10;&#10;AI-generated content may be incorrect.">
            <a:extLst>
              <a:ext uri="{FF2B5EF4-FFF2-40B4-BE49-F238E27FC236}">
                <a16:creationId xmlns:a16="http://schemas.microsoft.com/office/drawing/2014/main" id="{7BB5D520-C8C9-A191-D55E-621AC257F7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7106" y="4858783"/>
            <a:ext cx="2024891" cy="1612155"/>
          </a:xfrm>
          <a:prstGeom prst="rect">
            <a:avLst/>
          </a:prstGeom>
        </p:spPr>
      </p:pic>
      <p:pic>
        <p:nvPicPr>
          <p:cNvPr id="8" name="Picture 7" descr="A graph with blue bars&#10;&#10;AI-generated content may be incorrect.">
            <a:extLst>
              <a:ext uri="{FF2B5EF4-FFF2-40B4-BE49-F238E27FC236}">
                <a16:creationId xmlns:a16="http://schemas.microsoft.com/office/drawing/2014/main" id="{6F20B0DA-71F7-D3FE-A16D-EF271B1E1A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5864" y="4858782"/>
            <a:ext cx="2031627" cy="1612156"/>
          </a:xfrm>
          <a:prstGeom prst="rect">
            <a:avLst/>
          </a:prstGeom>
        </p:spPr>
      </p:pic>
      <p:pic>
        <p:nvPicPr>
          <p:cNvPr id="3" name="Picture 2" descr="A graph with blue bars&#10;&#10;AI-generated content may be incorrect.">
            <a:extLst>
              <a:ext uri="{FF2B5EF4-FFF2-40B4-BE49-F238E27FC236}">
                <a16:creationId xmlns:a16="http://schemas.microsoft.com/office/drawing/2014/main" id="{7459F9D8-A5A0-BEC9-40F3-D9A2A589BD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1485" y="4858782"/>
            <a:ext cx="2079512" cy="16121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90FE-633A-907D-FCB3-29CA2BD98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421872"/>
            <a:ext cx="7521024" cy="974308"/>
          </a:xfrm>
        </p:spPr>
        <p:txBody>
          <a:bodyPr>
            <a:normAutofit fontScale="90000"/>
          </a:bodyPr>
          <a:lstStyle/>
          <a:p>
            <a:r>
              <a:rPr lang="en-IN" dirty="0"/>
              <a:t>Clustering: Student Segmentation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449F3AB-14C6-D22A-D4FE-34302B420C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2019876"/>
              </p:ext>
            </p:extLst>
          </p:nvPr>
        </p:nvGraphicFramePr>
        <p:xfrm>
          <a:off x="250723" y="1288025"/>
          <a:ext cx="8642554" cy="2792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 graph with a line&#10;&#10;AI-generated content may be incorrect.">
            <a:extLst>
              <a:ext uri="{FF2B5EF4-FFF2-40B4-BE49-F238E27FC236}">
                <a16:creationId xmlns:a16="http://schemas.microsoft.com/office/drawing/2014/main" id="{67863D8B-98AE-8907-FAA3-232F8AD695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65" y="4253538"/>
            <a:ext cx="2733367" cy="203088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44F1D9-F8CC-00A3-1D10-79879C8E4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216413"/>
              </p:ext>
            </p:extLst>
          </p:nvPr>
        </p:nvGraphicFramePr>
        <p:xfrm>
          <a:off x="3746090" y="4253538"/>
          <a:ext cx="4955461" cy="2030885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460602">
                  <a:extLst>
                    <a:ext uri="{9D8B030D-6E8A-4147-A177-3AD203B41FA5}">
                      <a16:colId xmlns:a16="http://schemas.microsoft.com/office/drawing/2014/main" val="3431867933"/>
                    </a:ext>
                  </a:extLst>
                </a:gridCol>
                <a:gridCol w="381190">
                  <a:extLst>
                    <a:ext uri="{9D8B030D-6E8A-4147-A177-3AD203B41FA5}">
                      <a16:colId xmlns:a16="http://schemas.microsoft.com/office/drawing/2014/main" val="1690546243"/>
                    </a:ext>
                  </a:extLst>
                </a:gridCol>
                <a:gridCol w="945031">
                  <a:extLst>
                    <a:ext uri="{9D8B030D-6E8A-4147-A177-3AD203B41FA5}">
                      <a16:colId xmlns:a16="http://schemas.microsoft.com/office/drawing/2014/main" val="1931661831"/>
                    </a:ext>
                  </a:extLst>
                </a:gridCol>
                <a:gridCol w="405013">
                  <a:extLst>
                    <a:ext uri="{9D8B030D-6E8A-4147-A177-3AD203B41FA5}">
                      <a16:colId xmlns:a16="http://schemas.microsoft.com/office/drawing/2014/main" val="1713106814"/>
                    </a:ext>
                  </a:extLst>
                </a:gridCol>
                <a:gridCol w="1373870">
                  <a:extLst>
                    <a:ext uri="{9D8B030D-6E8A-4147-A177-3AD203B41FA5}">
                      <a16:colId xmlns:a16="http://schemas.microsoft.com/office/drawing/2014/main" val="2769400588"/>
                    </a:ext>
                  </a:extLst>
                </a:gridCol>
                <a:gridCol w="1389755">
                  <a:extLst>
                    <a:ext uri="{9D8B030D-6E8A-4147-A177-3AD203B41FA5}">
                      <a16:colId xmlns:a16="http://schemas.microsoft.com/office/drawing/2014/main" val="2388645"/>
                    </a:ext>
                  </a:extLst>
                </a:gridCol>
              </a:tblGrid>
              <a:tr h="2913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 dirty="0">
                          <a:effectLst/>
                        </a:rPr>
                        <a:t>Cluster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Size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Segment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Avg G3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Key Traits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 dirty="0">
                          <a:effectLst/>
                        </a:rPr>
                        <a:t>Suggested Support Action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5696737"/>
                  </a:ext>
                </a:extLst>
              </a:tr>
              <a:tr h="4348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C0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203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Moderate Performers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12.80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Average studytime, moderate absences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Regular academic support and guidance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81461691"/>
                  </a:ext>
                </a:extLst>
              </a:tr>
              <a:tr h="4348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C1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172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At-Risk Students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7.83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High failures, low studytime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Targeted tutoring and mentoring programs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33397399"/>
                  </a:ext>
                </a:extLst>
              </a:tr>
              <a:tr h="4348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C2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646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Moderate Performers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11.85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Balanced behavior, average performance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 dirty="0">
                          <a:effectLst/>
                        </a:rPr>
                        <a:t>Continuous monitoring and support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84675044"/>
                  </a:ext>
                </a:extLst>
              </a:tr>
              <a:tr h="4348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C3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23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Low Attendance Group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10.43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>
                          <a:effectLst/>
                        </a:rPr>
                        <a:t>High absences, irregular engagement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900" dirty="0">
                          <a:effectLst/>
                        </a:rPr>
                        <a:t>Attendance monitoring and </a:t>
                      </a:r>
                      <a:r>
                        <a:rPr lang="en-IN" sz="900" dirty="0" err="1">
                          <a:effectLst/>
                        </a:rPr>
                        <a:t>counseling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9887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813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CDD40-E32B-2636-283F-E61C62D9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195" y="412040"/>
            <a:ext cx="7429499" cy="581017"/>
          </a:xfrm>
        </p:spPr>
        <p:txBody>
          <a:bodyPr>
            <a:normAutofit fontScale="90000"/>
          </a:bodyPr>
          <a:lstStyle/>
          <a:p>
            <a:r>
              <a:rPr lang="en-IN" dirty="0"/>
              <a:t>Recommendation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A9DA72-E70B-69D1-A19F-8DB53B0E47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1961828"/>
              </p:ext>
            </p:extLst>
          </p:nvPr>
        </p:nvGraphicFramePr>
        <p:xfrm>
          <a:off x="856060" y="1140542"/>
          <a:ext cx="7429499" cy="4857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82319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2332</TotalTime>
  <Words>1607</Words>
  <Application>Microsoft Office PowerPoint</Application>
  <PresentationFormat>On-screen Show (4:3)</PresentationFormat>
  <Paragraphs>283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Predicting Student Final Grade (G3) using XGBoost &amp; Segmentation Capstone Project – Group 3</vt:lpstr>
      <vt:lpstr>Background &amp; Problem Definition</vt:lpstr>
      <vt:lpstr>Dataset Overview &amp; Quality Checks</vt:lpstr>
      <vt:lpstr>Preprocessing &amp; Feature Engineering</vt:lpstr>
      <vt:lpstr>Data Split Strategy</vt:lpstr>
      <vt:lpstr>Model Development (XGBoost Pipeline)</vt:lpstr>
      <vt:lpstr>Hyperparameter Tuning</vt:lpstr>
      <vt:lpstr>Final Model Evaluation</vt:lpstr>
      <vt:lpstr>Error Analysis</vt:lpstr>
      <vt:lpstr>Clustering: Student Segmentation</vt:lpstr>
      <vt:lpstr>Recommendation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Shetty, Numika Ulhas</cp:lastModifiedBy>
  <cp:revision>5</cp:revision>
  <dcterms:created xsi:type="dcterms:W3CDTF">2013-01-27T09:14:16Z</dcterms:created>
  <dcterms:modified xsi:type="dcterms:W3CDTF">2026-03-29T09:30:55Z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2026-03-29T08:46:18Z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41576097-ed15-45a9-9384-5e8591066ad6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